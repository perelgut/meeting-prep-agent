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package/2006/relationships/metadata/extended-properties" Target="docProps/app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61" d="100"/>
          <a:sy n="61" d="100"/>
        </p:scale>
        <p:origin x="990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A597C9-A93A-4F3C-A68D-BA16596E4F5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F22EC97-762A-4EB6-AD34-DDD84CCE89B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i="1" dirty="0"/>
            <a:t>Could a non-programmer build a working AI Agent in two days?</a:t>
          </a:r>
          <a:endParaRPr lang="en-US" dirty="0"/>
        </a:p>
      </dgm:t>
    </dgm:pt>
    <dgm:pt modelId="{80C326B9-7C39-4094-9358-EFE1498204C8}" type="parTrans" cxnId="{2431481E-4803-44D1-BE00-84684BA77E26}">
      <dgm:prSet/>
      <dgm:spPr/>
      <dgm:t>
        <a:bodyPr/>
        <a:lstStyle/>
        <a:p>
          <a:endParaRPr lang="en-US"/>
        </a:p>
      </dgm:t>
    </dgm:pt>
    <dgm:pt modelId="{6AC15199-4689-4E4D-A147-CD22CB19EB74}" type="sibTrans" cxnId="{2431481E-4803-44D1-BE00-84684BA77E26}">
      <dgm:prSet/>
      <dgm:spPr/>
      <dgm:t>
        <a:bodyPr/>
        <a:lstStyle/>
        <a:p>
          <a:endParaRPr lang="en-US"/>
        </a:p>
      </dgm:t>
    </dgm:pt>
    <dgm:pt modelId="{9B632D1D-CAB8-4897-94E5-AD6C2AC6A1D0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We decided to find out.</a:t>
          </a:r>
          <a:endParaRPr lang="en-US"/>
        </a:p>
      </dgm:t>
    </dgm:pt>
    <dgm:pt modelId="{57DDC87E-AEA9-4BBE-857D-9C5979D5712F}" type="parTrans" cxnId="{B7393C8A-9029-4578-8BBE-2EE9E7A3854B}">
      <dgm:prSet/>
      <dgm:spPr/>
      <dgm:t>
        <a:bodyPr/>
        <a:lstStyle/>
        <a:p>
          <a:endParaRPr lang="en-US"/>
        </a:p>
      </dgm:t>
    </dgm:pt>
    <dgm:pt modelId="{6616EB36-978D-4768-B915-55D335B019CE}" type="sibTrans" cxnId="{B7393C8A-9029-4578-8BBE-2EE9E7A3854B}">
      <dgm:prSet/>
      <dgm:spPr/>
      <dgm:t>
        <a:bodyPr/>
        <a:lstStyle/>
        <a:p>
          <a:endParaRPr lang="en-US"/>
        </a:p>
      </dgm:t>
    </dgm:pt>
    <dgm:pt modelId="{EE3D6532-5D41-4207-84E3-BB57087A701D}" type="pres">
      <dgm:prSet presAssocID="{81A597C9-A93A-4F3C-A68D-BA16596E4F5C}" presName="root" presStyleCnt="0">
        <dgm:presLayoutVars>
          <dgm:dir/>
          <dgm:resizeHandles val="exact"/>
        </dgm:presLayoutVars>
      </dgm:prSet>
      <dgm:spPr/>
    </dgm:pt>
    <dgm:pt modelId="{42637F8A-AAD6-493F-926A-C431138CC4CA}" type="pres">
      <dgm:prSet presAssocID="{AF22EC97-762A-4EB6-AD34-DDD84CCE89B3}" presName="compNode" presStyleCnt="0"/>
      <dgm:spPr/>
    </dgm:pt>
    <dgm:pt modelId="{AC4FC58B-25A8-4731-BEF6-5EEF9AB46B49}" type="pres">
      <dgm:prSet presAssocID="{AF22EC97-762A-4EB6-AD34-DDD84CCE89B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7DE5A30A-7EEF-4CE8-AC2F-FFC964F5F6F1}" type="pres">
      <dgm:prSet presAssocID="{AF22EC97-762A-4EB6-AD34-DDD84CCE89B3}" presName="spaceRect" presStyleCnt="0"/>
      <dgm:spPr/>
    </dgm:pt>
    <dgm:pt modelId="{C96EC96F-1D1E-44E5-B094-AEC1A46CD290}" type="pres">
      <dgm:prSet presAssocID="{AF22EC97-762A-4EB6-AD34-DDD84CCE89B3}" presName="textRect" presStyleLbl="revTx" presStyleIdx="0" presStyleCnt="2">
        <dgm:presLayoutVars>
          <dgm:chMax val="1"/>
          <dgm:chPref val="1"/>
        </dgm:presLayoutVars>
      </dgm:prSet>
      <dgm:spPr/>
    </dgm:pt>
    <dgm:pt modelId="{D1D9F977-C27C-45E1-A6F4-5ABA12C952D4}" type="pres">
      <dgm:prSet presAssocID="{6AC15199-4689-4E4D-A147-CD22CB19EB74}" presName="sibTrans" presStyleCnt="0"/>
      <dgm:spPr/>
    </dgm:pt>
    <dgm:pt modelId="{66F8EBDC-5E48-4D9D-BB89-BA5E054FC12B}" type="pres">
      <dgm:prSet presAssocID="{9B632D1D-CAB8-4897-94E5-AD6C2AC6A1D0}" presName="compNode" presStyleCnt="0"/>
      <dgm:spPr/>
    </dgm:pt>
    <dgm:pt modelId="{32F4EE23-C660-4BB7-91C3-BEBF70A5A561}" type="pres">
      <dgm:prSet presAssocID="{9B632D1D-CAB8-4897-94E5-AD6C2AC6A1D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477CEC0-244A-4010-BCA9-A0DAD7D63060}" type="pres">
      <dgm:prSet presAssocID="{9B632D1D-CAB8-4897-94E5-AD6C2AC6A1D0}" presName="spaceRect" presStyleCnt="0"/>
      <dgm:spPr/>
    </dgm:pt>
    <dgm:pt modelId="{FE081762-2072-40A2-9882-90D19C26CEF3}" type="pres">
      <dgm:prSet presAssocID="{9B632D1D-CAB8-4897-94E5-AD6C2AC6A1D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3ACB401-C8AD-42BB-8FF9-38AAE0F7012B}" type="presOf" srcId="{AF22EC97-762A-4EB6-AD34-DDD84CCE89B3}" destId="{C96EC96F-1D1E-44E5-B094-AEC1A46CD290}" srcOrd="0" destOrd="0" presId="urn:microsoft.com/office/officeart/2018/2/layout/IconLabelList"/>
    <dgm:cxn modelId="{2431481E-4803-44D1-BE00-84684BA77E26}" srcId="{81A597C9-A93A-4F3C-A68D-BA16596E4F5C}" destId="{AF22EC97-762A-4EB6-AD34-DDD84CCE89B3}" srcOrd="0" destOrd="0" parTransId="{80C326B9-7C39-4094-9358-EFE1498204C8}" sibTransId="{6AC15199-4689-4E4D-A147-CD22CB19EB74}"/>
    <dgm:cxn modelId="{4D642B7B-1F29-4CC4-B5A4-C5101F74060A}" type="presOf" srcId="{9B632D1D-CAB8-4897-94E5-AD6C2AC6A1D0}" destId="{FE081762-2072-40A2-9882-90D19C26CEF3}" srcOrd="0" destOrd="0" presId="urn:microsoft.com/office/officeart/2018/2/layout/IconLabelList"/>
    <dgm:cxn modelId="{B7393C8A-9029-4578-8BBE-2EE9E7A3854B}" srcId="{81A597C9-A93A-4F3C-A68D-BA16596E4F5C}" destId="{9B632D1D-CAB8-4897-94E5-AD6C2AC6A1D0}" srcOrd="1" destOrd="0" parTransId="{57DDC87E-AEA9-4BBE-857D-9C5979D5712F}" sibTransId="{6616EB36-978D-4768-B915-55D335B019CE}"/>
    <dgm:cxn modelId="{88069F95-92AE-456C-AF6C-CF6E64A8F4D6}" type="presOf" srcId="{81A597C9-A93A-4F3C-A68D-BA16596E4F5C}" destId="{EE3D6532-5D41-4207-84E3-BB57087A701D}" srcOrd="0" destOrd="0" presId="urn:microsoft.com/office/officeart/2018/2/layout/IconLabelList"/>
    <dgm:cxn modelId="{9F9C0DF4-73A9-4F1D-8B44-AE095CE7E613}" type="presParOf" srcId="{EE3D6532-5D41-4207-84E3-BB57087A701D}" destId="{42637F8A-AAD6-493F-926A-C431138CC4CA}" srcOrd="0" destOrd="0" presId="urn:microsoft.com/office/officeart/2018/2/layout/IconLabelList"/>
    <dgm:cxn modelId="{7243B66C-2A6B-4A71-8E3E-3D31A6FB6F22}" type="presParOf" srcId="{42637F8A-AAD6-493F-926A-C431138CC4CA}" destId="{AC4FC58B-25A8-4731-BEF6-5EEF9AB46B49}" srcOrd="0" destOrd="0" presId="urn:microsoft.com/office/officeart/2018/2/layout/IconLabelList"/>
    <dgm:cxn modelId="{5D83EE94-DC6B-4B51-8657-4AA8AD46F0DF}" type="presParOf" srcId="{42637F8A-AAD6-493F-926A-C431138CC4CA}" destId="{7DE5A30A-7EEF-4CE8-AC2F-FFC964F5F6F1}" srcOrd="1" destOrd="0" presId="urn:microsoft.com/office/officeart/2018/2/layout/IconLabelList"/>
    <dgm:cxn modelId="{ED961A07-02ED-4E0B-8AD0-5ECDF84F0704}" type="presParOf" srcId="{42637F8A-AAD6-493F-926A-C431138CC4CA}" destId="{C96EC96F-1D1E-44E5-B094-AEC1A46CD290}" srcOrd="2" destOrd="0" presId="urn:microsoft.com/office/officeart/2018/2/layout/IconLabelList"/>
    <dgm:cxn modelId="{B2779973-07D6-436C-BFDD-8BC902E0EBF8}" type="presParOf" srcId="{EE3D6532-5D41-4207-84E3-BB57087A701D}" destId="{D1D9F977-C27C-45E1-A6F4-5ABA12C952D4}" srcOrd="1" destOrd="0" presId="urn:microsoft.com/office/officeart/2018/2/layout/IconLabelList"/>
    <dgm:cxn modelId="{1833196B-255E-46F1-9797-69DDA3718516}" type="presParOf" srcId="{EE3D6532-5D41-4207-84E3-BB57087A701D}" destId="{66F8EBDC-5E48-4D9D-BB89-BA5E054FC12B}" srcOrd="2" destOrd="0" presId="urn:microsoft.com/office/officeart/2018/2/layout/IconLabelList"/>
    <dgm:cxn modelId="{00D21AAA-88A6-479E-9918-4A8A3844F610}" type="presParOf" srcId="{66F8EBDC-5E48-4D9D-BB89-BA5E054FC12B}" destId="{32F4EE23-C660-4BB7-91C3-BEBF70A5A561}" srcOrd="0" destOrd="0" presId="urn:microsoft.com/office/officeart/2018/2/layout/IconLabelList"/>
    <dgm:cxn modelId="{7E7697CF-DD2A-42AE-890B-0DF8E5B0B0E8}" type="presParOf" srcId="{66F8EBDC-5E48-4D9D-BB89-BA5E054FC12B}" destId="{A477CEC0-244A-4010-BCA9-A0DAD7D63060}" srcOrd="1" destOrd="0" presId="urn:microsoft.com/office/officeart/2018/2/layout/IconLabelList"/>
    <dgm:cxn modelId="{CA318597-7FFD-4C4E-B17B-7F4C903C6178}" type="presParOf" srcId="{66F8EBDC-5E48-4D9D-BB89-BA5E054FC12B}" destId="{FE081762-2072-40A2-9882-90D19C26CE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5C34E6-2F78-4942-ADB6-82F3729898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4082D3C-0539-4066-BEF0-1A049FA3DB75}">
      <dgm:prSet custT="1"/>
      <dgm:spPr/>
      <dgm:t>
        <a:bodyPr/>
        <a:lstStyle/>
        <a:p>
          <a:r>
            <a:rPr lang="en-CA" sz="2000" dirty="0"/>
            <a:t>A working AI application to help busy people prepare for meetings</a:t>
          </a:r>
          <a:endParaRPr lang="en-US" sz="2000" dirty="0"/>
        </a:p>
      </dgm:t>
    </dgm:pt>
    <dgm:pt modelId="{E933AC56-FBAE-43D1-8A09-06D070E78270}" type="parTrans" cxnId="{1C5FC51D-9154-46F1-A8AF-A2FAB5AF0FD6}">
      <dgm:prSet/>
      <dgm:spPr/>
      <dgm:t>
        <a:bodyPr/>
        <a:lstStyle/>
        <a:p>
          <a:endParaRPr lang="en-US" sz="2000"/>
        </a:p>
      </dgm:t>
    </dgm:pt>
    <dgm:pt modelId="{3FEC87DD-EC4E-4B19-9858-7D644D0A3DF2}" type="sibTrans" cxnId="{1C5FC51D-9154-46F1-A8AF-A2FAB5AF0FD6}">
      <dgm:prSet/>
      <dgm:spPr/>
      <dgm:t>
        <a:bodyPr/>
        <a:lstStyle/>
        <a:p>
          <a:endParaRPr lang="en-US" sz="2000"/>
        </a:p>
      </dgm:t>
    </dgm:pt>
    <dgm:pt modelId="{4232EA45-2D10-4342-A97C-25028B7DBF9A}">
      <dgm:prSet custT="1"/>
      <dgm:spPr/>
      <dgm:t>
        <a:bodyPr/>
        <a:lstStyle/>
        <a:p>
          <a:r>
            <a:rPr lang="en-US" sz="2000"/>
            <a:t>Connects to your </a:t>
          </a:r>
          <a:r>
            <a:rPr lang="en-US" sz="2000" b="1"/>
            <a:t>Google Calendar</a:t>
          </a:r>
          <a:r>
            <a:rPr lang="en-US" sz="2000"/>
            <a:t> and reads upcoming meetings</a:t>
          </a:r>
        </a:p>
      </dgm:t>
    </dgm:pt>
    <dgm:pt modelId="{D3174BB8-F3FE-400F-BF5E-74AD0D341903}" type="parTrans" cxnId="{E08C3E8C-C909-408C-8060-1CE5A02698C6}">
      <dgm:prSet/>
      <dgm:spPr/>
      <dgm:t>
        <a:bodyPr/>
        <a:lstStyle/>
        <a:p>
          <a:endParaRPr lang="en-US" sz="2000"/>
        </a:p>
      </dgm:t>
    </dgm:pt>
    <dgm:pt modelId="{823232C6-E39B-4BE8-8FD8-C6A41FA6440C}" type="sibTrans" cxnId="{E08C3E8C-C909-408C-8060-1CE5A02698C6}">
      <dgm:prSet/>
      <dgm:spPr/>
      <dgm:t>
        <a:bodyPr/>
        <a:lstStyle/>
        <a:p>
          <a:endParaRPr lang="en-US" sz="2000"/>
        </a:p>
      </dgm:t>
    </dgm:pt>
    <dgm:pt modelId="{75463C36-8C8E-48C9-B623-4D40D2BD5826}">
      <dgm:prSet custT="1"/>
      <dgm:spPr/>
      <dgm:t>
        <a:bodyPr/>
        <a:lstStyle/>
        <a:p>
          <a:r>
            <a:rPr lang="en-US" sz="2000" b="1"/>
            <a:t>Researches</a:t>
          </a:r>
          <a:r>
            <a:rPr lang="en-US" sz="2000"/>
            <a:t> every attendee, agenda item, and relevant news topic in real time</a:t>
          </a:r>
        </a:p>
      </dgm:t>
    </dgm:pt>
    <dgm:pt modelId="{A694347E-442D-4314-B1EA-6EFB26C952F6}" type="parTrans" cxnId="{900609A1-4946-402D-896C-B98D46C7CCB3}">
      <dgm:prSet/>
      <dgm:spPr/>
      <dgm:t>
        <a:bodyPr/>
        <a:lstStyle/>
        <a:p>
          <a:endParaRPr lang="en-US" sz="2000"/>
        </a:p>
      </dgm:t>
    </dgm:pt>
    <dgm:pt modelId="{DC2404B6-4AD6-49E9-B7F3-BEC4C4DD1B87}" type="sibTrans" cxnId="{900609A1-4946-402D-896C-B98D46C7CCB3}">
      <dgm:prSet/>
      <dgm:spPr/>
      <dgm:t>
        <a:bodyPr/>
        <a:lstStyle/>
        <a:p>
          <a:endParaRPr lang="en-US" sz="2000"/>
        </a:p>
      </dgm:t>
    </dgm:pt>
    <dgm:pt modelId="{7E92482D-23DA-4ACE-AC4D-4431D843FDDC}">
      <dgm:prSet custT="1"/>
      <dgm:spPr/>
      <dgm:t>
        <a:bodyPr/>
        <a:lstStyle/>
        <a:p>
          <a:r>
            <a:rPr lang="en-US" sz="2000"/>
            <a:t>Accepts your </a:t>
          </a:r>
          <a:r>
            <a:rPr lang="en-US" sz="2000" b="1"/>
            <a:t>private interpretation</a:t>
          </a:r>
          <a:r>
            <a:rPr lang="en-US" sz="2000"/>
            <a:t> of what the meeting is really about</a:t>
          </a:r>
        </a:p>
      </dgm:t>
    </dgm:pt>
    <dgm:pt modelId="{EC5EE53F-8CEA-402B-B828-4308F2A7AD74}" type="parTrans" cxnId="{E4EF0301-0374-4C51-B935-5DE756CA2F9A}">
      <dgm:prSet/>
      <dgm:spPr/>
      <dgm:t>
        <a:bodyPr/>
        <a:lstStyle/>
        <a:p>
          <a:endParaRPr lang="en-US" sz="2000"/>
        </a:p>
      </dgm:t>
    </dgm:pt>
    <dgm:pt modelId="{919A56C8-3E08-4CCC-825E-8AE9DEABD041}" type="sibTrans" cxnId="{E4EF0301-0374-4C51-B935-5DE756CA2F9A}">
      <dgm:prSet/>
      <dgm:spPr/>
      <dgm:t>
        <a:bodyPr/>
        <a:lstStyle/>
        <a:p>
          <a:endParaRPr lang="en-US" sz="2000"/>
        </a:p>
      </dgm:t>
    </dgm:pt>
    <dgm:pt modelId="{73038C53-4C00-49CE-817E-5BBB9B302538}">
      <dgm:prSet custT="1"/>
      <dgm:spPr/>
      <dgm:t>
        <a:bodyPr/>
        <a:lstStyle/>
        <a:p>
          <a:r>
            <a:rPr lang="en-US" sz="2000" b="1"/>
            <a:t>Synthesizes</a:t>
          </a:r>
          <a:r>
            <a:rPr lang="en-US" sz="2000"/>
            <a:t> everything into a five-section professional briefing</a:t>
          </a:r>
        </a:p>
      </dgm:t>
    </dgm:pt>
    <dgm:pt modelId="{7BB5008C-1550-455D-A079-147629878808}" type="parTrans" cxnId="{7531C2C4-CFF5-4EE1-B274-8F8FB22A2375}">
      <dgm:prSet/>
      <dgm:spPr/>
      <dgm:t>
        <a:bodyPr/>
        <a:lstStyle/>
        <a:p>
          <a:endParaRPr lang="en-US" sz="2000"/>
        </a:p>
      </dgm:t>
    </dgm:pt>
    <dgm:pt modelId="{EA47999F-0A6F-4CAC-90B3-B88F3DDAB1DF}" type="sibTrans" cxnId="{7531C2C4-CFF5-4EE1-B274-8F8FB22A2375}">
      <dgm:prSet/>
      <dgm:spPr/>
      <dgm:t>
        <a:bodyPr/>
        <a:lstStyle/>
        <a:p>
          <a:endParaRPr lang="en-US" sz="2000"/>
        </a:p>
      </dgm:t>
    </dgm:pt>
    <dgm:pt modelId="{55B0F2B7-2805-424E-96A1-EC4C2AFA6511}">
      <dgm:prSet custT="1"/>
      <dgm:spPr/>
      <dgm:t>
        <a:bodyPr/>
        <a:lstStyle/>
        <a:p>
          <a:r>
            <a:rPr lang="en-US" sz="2000" b="1"/>
            <a:t>Downloads</a:t>
          </a:r>
          <a:r>
            <a:rPr lang="en-US" sz="2000"/>
            <a:t> as a Word document ready for the boardroom</a:t>
          </a:r>
        </a:p>
      </dgm:t>
    </dgm:pt>
    <dgm:pt modelId="{9869F0ED-1CDD-4A44-83AB-0EE1715C4086}" type="parTrans" cxnId="{3C87749C-E3BB-498C-AC4D-C2D03DBF6AF3}">
      <dgm:prSet/>
      <dgm:spPr/>
      <dgm:t>
        <a:bodyPr/>
        <a:lstStyle/>
        <a:p>
          <a:endParaRPr lang="en-US" sz="2000"/>
        </a:p>
      </dgm:t>
    </dgm:pt>
    <dgm:pt modelId="{09EA5F7D-0386-413B-84EF-80159991F02D}" type="sibTrans" cxnId="{3C87749C-E3BB-498C-AC4D-C2D03DBF6AF3}">
      <dgm:prSet/>
      <dgm:spPr/>
      <dgm:t>
        <a:bodyPr/>
        <a:lstStyle/>
        <a:p>
          <a:endParaRPr lang="en-US" sz="2000"/>
        </a:p>
      </dgm:t>
    </dgm:pt>
    <dgm:pt modelId="{78027D03-622B-49D4-A534-80AAEF27DF7A}" type="pres">
      <dgm:prSet presAssocID="{965C34E6-2F78-4942-ADB6-82F3729898C8}" presName="root" presStyleCnt="0">
        <dgm:presLayoutVars>
          <dgm:dir/>
          <dgm:resizeHandles val="exact"/>
        </dgm:presLayoutVars>
      </dgm:prSet>
      <dgm:spPr/>
    </dgm:pt>
    <dgm:pt modelId="{A33B8E87-0EF8-4C9C-98B2-A2C48AD3D4F5}" type="pres">
      <dgm:prSet presAssocID="{B4082D3C-0539-4066-BEF0-1A049FA3DB75}" presName="compNode" presStyleCnt="0"/>
      <dgm:spPr/>
    </dgm:pt>
    <dgm:pt modelId="{ECAE90D2-5C73-46C9-95D0-30A541C8C51F}" type="pres">
      <dgm:prSet presAssocID="{B4082D3C-0539-4066-BEF0-1A049FA3DB75}" presName="bgRect" presStyleLbl="bgShp" presStyleIdx="0" presStyleCnt="6"/>
      <dgm:spPr/>
    </dgm:pt>
    <dgm:pt modelId="{F2A2C0FA-1E00-4C9B-9691-39159D3CAEA2}" type="pres">
      <dgm:prSet presAssocID="{B4082D3C-0539-4066-BEF0-1A049FA3DB7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1BB9299-9A39-4969-91AF-DC22BB68146F}" type="pres">
      <dgm:prSet presAssocID="{B4082D3C-0539-4066-BEF0-1A049FA3DB75}" presName="spaceRect" presStyleCnt="0"/>
      <dgm:spPr/>
    </dgm:pt>
    <dgm:pt modelId="{F922431B-AF2A-4845-BF04-B3FCEDA98C9E}" type="pres">
      <dgm:prSet presAssocID="{B4082D3C-0539-4066-BEF0-1A049FA3DB75}" presName="parTx" presStyleLbl="revTx" presStyleIdx="0" presStyleCnt="6">
        <dgm:presLayoutVars>
          <dgm:chMax val="0"/>
          <dgm:chPref val="0"/>
        </dgm:presLayoutVars>
      </dgm:prSet>
      <dgm:spPr/>
    </dgm:pt>
    <dgm:pt modelId="{3BFB56C7-FAB1-48F9-A38D-1C9B870F1B5A}" type="pres">
      <dgm:prSet presAssocID="{3FEC87DD-EC4E-4B19-9858-7D644D0A3DF2}" presName="sibTrans" presStyleCnt="0"/>
      <dgm:spPr/>
    </dgm:pt>
    <dgm:pt modelId="{C80E5551-4B73-4BAC-B2D3-87DD3B25B879}" type="pres">
      <dgm:prSet presAssocID="{4232EA45-2D10-4342-A97C-25028B7DBF9A}" presName="compNode" presStyleCnt="0"/>
      <dgm:spPr/>
    </dgm:pt>
    <dgm:pt modelId="{CD2E9B00-BD02-47AC-B0E5-26C2A4FB2FBE}" type="pres">
      <dgm:prSet presAssocID="{4232EA45-2D10-4342-A97C-25028B7DBF9A}" presName="bgRect" presStyleLbl="bgShp" presStyleIdx="1" presStyleCnt="6"/>
      <dgm:spPr/>
    </dgm:pt>
    <dgm:pt modelId="{38D47982-837E-4152-ABA1-B27AF400A92C}" type="pres">
      <dgm:prSet presAssocID="{4232EA45-2D10-4342-A97C-25028B7DBF9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85F7C2EC-ADD9-42A1-B909-7AE558FA40F4}" type="pres">
      <dgm:prSet presAssocID="{4232EA45-2D10-4342-A97C-25028B7DBF9A}" presName="spaceRect" presStyleCnt="0"/>
      <dgm:spPr/>
    </dgm:pt>
    <dgm:pt modelId="{31A028C4-5B23-4474-9709-61F91807E4EA}" type="pres">
      <dgm:prSet presAssocID="{4232EA45-2D10-4342-A97C-25028B7DBF9A}" presName="parTx" presStyleLbl="revTx" presStyleIdx="1" presStyleCnt="6">
        <dgm:presLayoutVars>
          <dgm:chMax val="0"/>
          <dgm:chPref val="0"/>
        </dgm:presLayoutVars>
      </dgm:prSet>
      <dgm:spPr/>
    </dgm:pt>
    <dgm:pt modelId="{04F8156F-D954-44C9-A5A0-ECA299ABFC64}" type="pres">
      <dgm:prSet presAssocID="{823232C6-E39B-4BE8-8FD8-C6A41FA6440C}" presName="sibTrans" presStyleCnt="0"/>
      <dgm:spPr/>
    </dgm:pt>
    <dgm:pt modelId="{95DE4596-780D-4475-B7D4-5AE2A9966E66}" type="pres">
      <dgm:prSet presAssocID="{75463C36-8C8E-48C9-B623-4D40D2BD5826}" presName="compNode" presStyleCnt="0"/>
      <dgm:spPr/>
    </dgm:pt>
    <dgm:pt modelId="{B8B3F8E9-C99A-4AAB-8E2B-9C31D85B3082}" type="pres">
      <dgm:prSet presAssocID="{75463C36-8C8E-48C9-B623-4D40D2BD5826}" presName="bgRect" presStyleLbl="bgShp" presStyleIdx="2" presStyleCnt="6"/>
      <dgm:spPr/>
    </dgm:pt>
    <dgm:pt modelId="{F223F569-1761-4EDC-8C6E-23DB704300E3}" type="pres">
      <dgm:prSet presAssocID="{75463C36-8C8E-48C9-B623-4D40D2BD582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EBC119A3-8533-4D4D-A9EB-041C4D708779}" type="pres">
      <dgm:prSet presAssocID="{75463C36-8C8E-48C9-B623-4D40D2BD5826}" presName="spaceRect" presStyleCnt="0"/>
      <dgm:spPr/>
    </dgm:pt>
    <dgm:pt modelId="{E30CCF1A-6CDD-4D4E-9856-E2C769DAB00D}" type="pres">
      <dgm:prSet presAssocID="{75463C36-8C8E-48C9-B623-4D40D2BD5826}" presName="parTx" presStyleLbl="revTx" presStyleIdx="2" presStyleCnt="6">
        <dgm:presLayoutVars>
          <dgm:chMax val="0"/>
          <dgm:chPref val="0"/>
        </dgm:presLayoutVars>
      </dgm:prSet>
      <dgm:spPr/>
    </dgm:pt>
    <dgm:pt modelId="{CCDB4EDA-92D2-495D-A584-463E0A25F0CB}" type="pres">
      <dgm:prSet presAssocID="{DC2404B6-4AD6-49E9-B7F3-BEC4C4DD1B87}" presName="sibTrans" presStyleCnt="0"/>
      <dgm:spPr/>
    </dgm:pt>
    <dgm:pt modelId="{8C003A43-246E-4F07-91EC-31352072F82B}" type="pres">
      <dgm:prSet presAssocID="{7E92482D-23DA-4ACE-AC4D-4431D843FDDC}" presName="compNode" presStyleCnt="0"/>
      <dgm:spPr/>
    </dgm:pt>
    <dgm:pt modelId="{F1F3D13E-1E73-4729-A38C-77114DF24AA5}" type="pres">
      <dgm:prSet presAssocID="{7E92482D-23DA-4ACE-AC4D-4431D843FDDC}" presName="bgRect" presStyleLbl="bgShp" presStyleIdx="3" presStyleCnt="6"/>
      <dgm:spPr/>
    </dgm:pt>
    <dgm:pt modelId="{D0613D5A-0D62-4371-8535-5ACBF9E6B971}" type="pres">
      <dgm:prSet presAssocID="{7E92482D-23DA-4ACE-AC4D-4431D843FDD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24F136D-075C-4426-A7A8-400683061401}" type="pres">
      <dgm:prSet presAssocID="{7E92482D-23DA-4ACE-AC4D-4431D843FDDC}" presName="spaceRect" presStyleCnt="0"/>
      <dgm:spPr/>
    </dgm:pt>
    <dgm:pt modelId="{3F4A6FC6-2DAA-4FE1-B996-235BE9A941EC}" type="pres">
      <dgm:prSet presAssocID="{7E92482D-23DA-4ACE-AC4D-4431D843FDDC}" presName="parTx" presStyleLbl="revTx" presStyleIdx="3" presStyleCnt="6">
        <dgm:presLayoutVars>
          <dgm:chMax val="0"/>
          <dgm:chPref val="0"/>
        </dgm:presLayoutVars>
      </dgm:prSet>
      <dgm:spPr/>
    </dgm:pt>
    <dgm:pt modelId="{CA2FE1BE-B983-473F-B16E-E7CC85D3C2C2}" type="pres">
      <dgm:prSet presAssocID="{919A56C8-3E08-4CCC-825E-8AE9DEABD041}" presName="sibTrans" presStyleCnt="0"/>
      <dgm:spPr/>
    </dgm:pt>
    <dgm:pt modelId="{23F8F7E9-0631-4095-B647-D5C1EBCA18FF}" type="pres">
      <dgm:prSet presAssocID="{73038C53-4C00-49CE-817E-5BBB9B302538}" presName="compNode" presStyleCnt="0"/>
      <dgm:spPr/>
    </dgm:pt>
    <dgm:pt modelId="{FBAF34C1-2E3A-4CE5-802A-9E2298F2FBD1}" type="pres">
      <dgm:prSet presAssocID="{73038C53-4C00-49CE-817E-5BBB9B302538}" presName="bgRect" presStyleLbl="bgShp" presStyleIdx="4" presStyleCnt="6"/>
      <dgm:spPr/>
    </dgm:pt>
    <dgm:pt modelId="{5EC8BC6E-8DF3-4ECC-AE21-A3147FFF7AB0}" type="pres">
      <dgm:prSet presAssocID="{73038C53-4C00-49CE-817E-5BBB9B30253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91DE9F1-24DB-4CA1-8C5E-179F81611429}" type="pres">
      <dgm:prSet presAssocID="{73038C53-4C00-49CE-817E-5BBB9B302538}" presName="spaceRect" presStyleCnt="0"/>
      <dgm:spPr/>
    </dgm:pt>
    <dgm:pt modelId="{7C146A3F-3747-4A85-906E-C1B2069CE745}" type="pres">
      <dgm:prSet presAssocID="{73038C53-4C00-49CE-817E-5BBB9B302538}" presName="parTx" presStyleLbl="revTx" presStyleIdx="4" presStyleCnt="6">
        <dgm:presLayoutVars>
          <dgm:chMax val="0"/>
          <dgm:chPref val="0"/>
        </dgm:presLayoutVars>
      </dgm:prSet>
      <dgm:spPr/>
    </dgm:pt>
    <dgm:pt modelId="{78914ACA-2E60-4E74-BD31-59F84DCA6FBC}" type="pres">
      <dgm:prSet presAssocID="{EA47999F-0A6F-4CAC-90B3-B88F3DDAB1DF}" presName="sibTrans" presStyleCnt="0"/>
      <dgm:spPr/>
    </dgm:pt>
    <dgm:pt modelId="{9DA6A229-7BFA-4E22-AE89-52FA43E4FF77}" type="pres">
      <dgm:prSet presAssocID="{55B0F2B7-2805-424E-96A1-EC4C2AFA6511}" presName="compNode" presStyleCnt="0"/>
      <dgm:spPr/>
    </dgm:pt>
    <dgm:pt modelId="{6B4C6FFD-13D4-4137-A554-0094CF8AC23A}" type="pres">
      <dgm:prSet presAssocID="{55B0F2B7-2805-424E-96A1-EC4C2AFA6511}" presName="bgRect" presStyleLbl="bgShp" presStyleIdx="5" presStyleCnt="6"/>
      <dgm:spPr/>
    </dgm:pt>
    <dgm:pt modelId="{3B4B2551-55F4-495E-9A1F-E7946922AEB7}" type="pres">
      <dgm:prSet presAssocID="{55B0F2B7-2805-424E-96A1-EC4C2AFA651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EC3E29B7-364A-42C9-8188-9F0CFB5581FE}" type="pres">
      <dgm:prSet presAssocID="{55B0F2B7-2805-424E-96A1-EC4C2AFA6511}" presName="spaceRect" presStyleCnt="0"/>
      <dgm:spPr/>
    </dgm:pt>
    <dgm:pt modelId="{8ACFD1BB-8392-4C62-AAAC-72D62520036A}" type="pres">
      <dgm:prSet presAssocID="{55B0F2B7-2805-424E-96A1-EC4C2AFA651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4EF0301-0374-4C51-B935-5DE756CA2F9A}" srcId="{965C34E6-2F78-4942-ADB6-82F3729898C8}" destId="{7E92482D-23DA-4ACE-AC4D-4431D843FDDC}" srcOrd="3" destOrd="0" parTransId="{EC5EE53F-8CEA-402B-B828-4308F2A7AD74}" sibTransId="{919A56C8-3E08-4CCC-825E-8AE9DEABD041}"/>
    <dgm:cxn modelId="{B74E6D10-B751-4529-8BBA-C6800700CFF8}" type="presOf" srcId="{73038C53-4C00-49CE-817E-5BBB9B302538}" destId="{7C146A3F-3747-4A85-906E-C1B2069CE745}" srcOrd="0" destOrd="0" presId="urn:microsoft.com/office/officeart/2018/2/layout/IconVerticalSolidList"/>
    <dgm:cxn modelId="{1C5FC51D-9154-46F1-A8AF-A2FAB5AF0FD6}" srcId="{965C34E6-2F78-4942-ADB6-82F3729898C8}" destId="{B4082D3C-0539-4066-BEF0-1A049FA3DB75}" srcOrd="0" destOrd="0" parTransId="{E933AC56-FBAE-43D1-8A09-06D070E78270}" sibTransId="{3FEC87DD-EC4E-4B19-9858-7D644D0A3DF2}"/>
    <dgm:cxn modelId="{1B962D3C-EE5E-4C70-8EBB-8FE888D7BF9E}" type="presOf" srcId="{7E92482D-23DA-4ACE-AC4D-4431D843FDDC}" destId="{3F4A6FC6-2DAA-4FE1-B996-235BE9A941EC}" srcOrd="0" destOrd="0" presId="urn:microsoft.com/office/officeart/2018/2/layout/IconVerticalSolidList"/>
    <dgm:cxn modelId="{61772D67-B87B-4917-B173-FCA2EF2DF4D9}" type="presOf" srcId="{B4082D3C-0539-4066-BEF0-1A049FA3DB75}" destId="{F922431B-AF2A-4845-BF04-B3FCEDA98C9E}" srcOrd="0" destOrd="0" presId="urn:microsoft.com/office/officeart/2018/2/layout/IconVerticalSolidList"/>
    <dgm:cxn modelId="{40744E89-4F1B-4AE7-A760-8081E599219A}" type="presOf" srcId="{75463C36-8C8E-48C9-B623-4D40D2BD5826}" destId="{E30CCF1A-6CDD-4D4E-9856-E2C769DAB00D}" srcOrd="0" destOrd="0" presId="urn:microsoft.com/office/officeart/2018/2/layout/IconVerticalSolidList"/>
    <dgm:cxn modelId="{E08C3E8C-C909-408C-8060-1CE5A02698C6}" srcId="{965C34E6-2F78-4942-ADB6-82F3729898C8}" destId="{4232EA45-2D10-4342-A97C-25028B7DBF9A}" srcOrd="1" destOrd="0" parTransId="{D3174BB8-F3FE-400F-BF5E-74AD0D341903}" sibTransId="{823232C6-E39B-4BE8-8FD8-C6A41FA6440C}"/>
    <dgm:cxn modelId="{564B2096-1235-4166-BEC1-83BAA666AAE6}" type="presOf" srcId="{4232EA45-2D10-4342-A97C-25028B7DBF9A}" destId="{31A028C4-5B23-4474-9709-61F91807E4EA}" srcOrd="0" destOrd="0" presId="urn:microsoft.com/office/officeart/2018/2/layout/IconVerticalSolidList"/>
    <dgm:cxn modelId="{3C87749C-E3BB-498C-AC4D-C2D03DBF6AF3}" srcId="{965C34E6-2F78-4942-ADB6-82F3729898C8}" destId="{55B0F2B7-2805-424E-96A1-EC4C2AFA6511}" srcOrd="5" destOrd="0" parTransId="{9869F0ED-1CDD-4A44-83AB-0EE1715C4086}" sibTransId="{09EA5F7D-0386-413B-84EF-80159991F02D}"/>
    <dgm:cxn modelId="{900609A1-4946-402D-896C-B98D46C7CCB3}" srcId="{965C34E6-2F78-4942-ADB6-82F3729898C8}" destId="{75463C36-8C8E-48C9-B623-4D40D2BD5826}" srcOrd="2" destOrd="0" parTransId="{A694347E-442D-4314-B1EA-6EFB26C952F6}" sibTransId="{DC2404B6-4AD6-49E9-B7F3-BEC4C4DD1B87}"/>
    <dgm:cxn modelId="{7531C2C4-CFF5-4EE1-B274-8F8FB22A2375}" srcId="{965C34E6-2F78-4942-ADB6-82F3729898C8}" destId="{73038C53-4C00-49CE-817E-5BBB9B302538}" srcOrd="4" destOrd="0" parTransId="{7BB5008C-1550-455D-A079-147629878808}" sibTransId="{EA47999F-0A6F-4CAC-90B3-B88F3DDAB1DF}"/>
    <dgm:cxn modelId="{744AB2C9-A70E-429A-8779-DE8E8B8A3D81}" type="presOf" srcId="{55B0F2B7-2805-424E-96A1-EC4C2AFA6511}" destId="{8ACFD1BB-8392-4C62-AAAC-72D62520036A}" srcOrd="0" destOrd="0" presId="urn:microsoft.com/office/officeart/2018/2/layout/IconVerticalSolidList"/>
    <dgm:cxn modelId="{59F701F3-5E9D-411A-9D66-254FB403E716}" type="presOf" srcId="{965C34E6-2F78-4942-ADB6-82F3729898C8}" destId="{78027D03-622B-49D4-A534-80AAEF27DF7A}" srcOrd="0" destOrd="0" presId="urn:microsoft.com/office/officeart/2018/2/layout/IconVerticalSolidList"/>
    <dgm:cxn modelId="{5602769E-2F0A-4FBD-9679-AE0683FEFD5D}" type="presParOf" srcId="{78027D03-622B-49D4-A534-80AAEF27DF7A}" destId="{A33B8E87-0EF8-4C9C-98B2-A2C48AD3D4F5}" srcOrd="0" destOrd="0" presId="urn:microsoft.com/office/officeart/2018/2/layout/IconVerticalSolidList"/>
    <dgm:cxn modelId="{BF4979F9-F352-4CDB-A538-5626FBF4D441}" type="presParOf" srcId="{A33B8E87-0EF8-4C9C-98B2-A2C48AD3D4F5}" destId="{ECAE90D2-5C73-46C9-95D0-30A541C8C51F}" srcOrd="0" destOrd="0" presId="urn:microsoft.com/office/officeart/2018/2/layout/IconVerticalSolidList"/>
    <dgm:cxn modelId="{0AC898E9-0E09-48DC-B565-0443D91AFFFC}" type="presParOf" srcId="{A33B8E87-0EF8-4C9C-98B2-A2C48AD3D4F5}" destId="{F2A2C0FA-1E00-4C9B-9691-39159D3CAEA2}" srcOrd="1" destOrd="0" presId="urn:microsoft.com/office/officeart/2018/2/layout/IconVerticalSolidList"/>
    <dgm:cxn modelId="{55C54D49-A4A5-438B-979F-764C79767C28}" type="presParOf" srcId="{A33B8E87-0EF8-4C9C-98B2-A2C48AD3D4F5}" destId="{11BB9299-9A39-4969-91AF-DC22BB68146F}" srcOrd="2" destOrd="0" presId="urn:microsoft.com/office/officeart/2018/2/layout/IconVerticalSolidList"/>
    <dgm:cxn modelId="{7D22089B-C8F0-4CBE-A861-A882A2E4957B}" type="presParOf" srcId="{A33B8E87-0EF8-4C9C-98B2-A2C48AD3D4F5}" destId="{F922431B-AF2A-4845-BF04-B3FCEDA98C9E}" srcOrd="3" destOrd="0" presId="urn:microsoft.com/office/officeart/2018/2/layout/IconVerticalSolidList"/>
    <dgm:cxn modelId="{B094E5DD-BF30-4605-A6A7-68C2D5E36B23}" type="presParOf" srcId="{78027D03-622B-49D4-A534-80AAEF27DF7A}" destId="{3BFB56C7-FAB1-48F9-A38D-1C9B870F1B5A}" srcOrd="1" destOrd="0" presId="urn:microsoft.com/office/officeart/2018/2/layout/IconVerticalSolidList"/>
    <dgm:cxn modelId="{35FCA4A6-E8AA-4606-9294-3296A8D753AD}" type="presParOf" srcId="{78027D03-622B-49D4-A534-80AAEF27DF7A}" destId="{C80E5551-4B73-4BAC-B2D3-87DD3B25B879}" srcOrd="2" destOrd="0" presId="urn:microsoft.com/office/officeart/2018/2/layout/IconVerticalSolidList"/>
    <dgm:cxn modelId="{27378FD0-2B08-4D20-9D9B-3C3B02AD853B}" type="presParOf" srcId="{C80E5551-4B73-4BAC-B2D3-87DD3B25B879}" destId="{CD2E9B00-BD02-47AC-B0E5-26C2A4FB2FBE}" srcOrd="0" destOrd="0" presId="urn:microsoft.com/office/officeart/2018/2/layout/IconVerticalSolidList"/>
    <dgm:cxn modelId="{919925E4-7ACC-4462-A144-6DBE3D46C94A}" type="presParOf" srcId="{C80E5551-4B73-4BAC-B2D3-87DD3B25B879}" destId="{38D47982-837E-4152-ABA1-B27AF400A92C}" srcOrd="1" destOrd="0" presId="urn:microsoft.com/office/officeart/2018/2/layout/IconVerticalSolidList"/>
    <dgm:cxn modelId="{1269BE5C-1885-4CFD-A8B6-ECBD8C91CEE0}" type="presParOf" srcId="{C80E5551-4B73-4BAC-B2D3-87DD3B25B879}" destId="{85F7C2EC-ADD9-42A1-B909-7AE558FA40F4}" srcOrd="2" destOrd="0" presId="urn:microsoft.com/office/officeart/2018/2/layout/IconVerticalSolidList"/>
    <dgm:cxn modelId="{33C2F49E-FA4E-4837-B1D3-F303A3AC9ADB}" type="presParOf" srcId="{C80E5551-4B73-4BAC-B2D3-87DD3B25B879}" destId="{31A028C4-5B23-4474-9709-61F91807E4EA}" srcOrd="3" destOrd="0" presId="urn:microsoft.com/office/officeart/2018/2/layout/IconVerticalSolidList"/>
    <dgm:cxn modelId="{AE229097-AF5D-40A0-930A-9B1AA903A35E}" type="presParOf" srcId="{78027D03-622B-49D4-A534-80AAEF27DF7A}" destId="{04F8156F-D954-44C9-A5A0-ECA299ABFC64}" srcOrd="3" destOrd="0" presId="urn:microsoft.com/office/officeart/2018/2/layout/IconVerticalSolidList"/>
    <dgm:cxn modelId="{C22EAF16-F6D5-4AEB-94BD-8DB6498890A2}" type="presParOf" srcId="{78027D03-622B-49D4-A534-80AAEF27DF7A}" destId="{95DE4596-780D-4475-B7D4-5AE2A9966E66}" srcOrd="4" destOrd="0" presId="urn:microsoft.com/office/officeart/2018/2/layout/IconVerticalSolidList"/>
    <dgm:cxn modelId="{44D09DE9-ED9A-4F32-9BC8-0CC8D2028821}" type="presParOf" srcId="{95DE4596-780D-4475-B7D4-5AE2A9966E66}" destId="{B8B3F8E9-C99A-4AAB-8E2B-9C31D85B3082}" srcOrd="0" destOrd="0" presId="urn:microsoft.com/office/officeart/2018/2/layout/IconVerticalSolidList"/>
    <dgm:cxn modelId="{0A9EA260-3C88-47E7-B04E-5E210F450154}" type="presParOf" srcId="{95DE4596-780D-4475-B7D4-5AE2A9966E66}" destId="{F223F569-1761-4EDC-8C6E-23DB704300E3}" srcOrd="1" destOrd="0" presId="urn:microsoft.com/office/officeart/2018/2/layout/IconVerticalSolidList"/>
    <dgm:cxn modelId="{6C81F249-7B26-4610-87C3-7235687C0950}" type="presParOf" srcId="{95DE4596-780D-4475-B7D4-5AE2A9966E66}" destId="{EBC119A3-8533-4D4D-A9EB-041C4D708779}" srcOrd="2" destOrd="0" presId="urn:microsoft.com/office/officeart/2018/2/layout/IconVerticalSolidList"/>
    <dgm:cxn modelId="{B2D6D816-2A3B-4F1D-9410-C9AEBD9F3B4C}" type="presParOf" srcId="{95DE4596-780D-4475-B7D4-5AE2A9966E66}" destId="{E30CCF1A-6CDD-4D4E-9856-E2C769DAB00D}" srcOrd="3" destOrd="0" presId="urn:microsoft.com/office/officeart/2018/2/layout/IconVerticalSolidList"/>
    <dgm:cxn modelId="{E7D6BB2D-4F2A-495E-9F7A-13A805E4BD4E}" type="presParOf" srcId="{78027D03-622B-49D4-A534-80AAEF27DF7A}" destId="{CCDB4EDA-92D2-495D-A584-463E0A25F0CB}" srcOrd="5" destOrd="0" presId="urn:microsoft.com/office/officeart/2018/2/layout/IconVerticalSolidList"/>
    <dgm:cxn modelId="{0A7A6963-7570-46C5-9BDD-D4E503DB89DC}" type="presParOf" srcId="{78027D03-622B-49D4-A534-80AAEF27DF7A}" destId="{8C003A43-246E-4F07-91EC-31352072F82B}" srcOrd="6" destOrd="0" presId="urn:microsoft.com/office/officeart/2018/2/layout/IconVerticalSolidList"/>
    <dgm:cxn modelId="{9A7C6001-D634-4543-9C7F-D1CA21B160A6}" type="presParOf" srcId="{8C003A43-246E-4F07-91EC-31352072F82B}" destId="{F1F3D13E-1E73-4729-A38C-77114DF24AA5}" srcOrd="0" destOrd="0" presId="urn:microsoft.com/office/officeart/2018/2/layout/IconVerticalSolidList"/>
    <dgm:cxn modelId="{F7CA2077-98DC-445D-A8B3-326D9A47A3C9}" type="presParOf" srcId="{8C003A43-246E-4F07-91EC-31352072F82B}" destId="{D0613D5A-0D62-4371-8535-5ACBF9E6B971}" srcOrd="1" destOrd="0" presId="urn:microsoft.com/office/officeart/2018/2/layout/IconVerticalSolidList"/>
    <dgm:cxn modelId="{92FD89A2-A05A-4C16-A572-548BBF908E3A}" type="presParOf" srcId="{8C003A43-246E-4F07-91EC-31352072F82B}" destId="{724F136D-075C-4426-A7A8-400683061401}" srcOrd="2" destOrd="0" presId="urn:microsoft.com/office/officeart/2018/2/layout/IconVerticalSolidList"/>
    <dgm:cxn modelId="{ECB66C0E-0D0E-4858-8E4C-C43AE4B2B3F6}" type="presParOf" srcId="{8C003A43-246E-4F07-91EC-31352072F82B}" destId="{3F4A6FC6-2DAA-4FE1-B996-235BE9A941EC}" srcOrd="3" destOrd="0" presId="urn:microsoft.com/office/officeart/2018/2/layout/IconVerticalSolidList"/>
    <dgm:cxn modelId="{CA758F8B-C00F-4589-9B75-EA9629060607}" type="presParOf" srcId="{78027D03-622B-49D4-A534-80AAEF27DF7A}" destId="{CA2FE1BE-B983-473F-B16E-E7CC85D3C2C2}" srcOrd="7" destOrd="0" presId="urn:microsoft.com/office/officeart/2018/2/layout/IconVerticalSolidList"/>
    <dgm:cxn modelId="{6E71BEF7-0E4A-4DA2-92AB-27E829683C14}" type="presParOf" srcId="{78027D03-622B-49D4-A534-80AAEF27DF7A}" destId="{23F8F7E9-0631-4095-B647-D5C1EBCA18FF}" srcOrd="8" destOrd="0" presId="urn:microsoft.com/office/officeart/2018/2/layout/IconVerticalSolidList"/>
    <dgm:cxn modelId="{0D23A8DC-5848-47BF-A5D9-40715B05D381}" type="presParOf" srcId="{23F8F7E9-0631-4095-B647-D5C1EBCA18FF}" destId="{FBAF34C1-2E3A-4CE5-802A-9E2298F2FBD1}" srcOrd="0" destOrd="0" presId="urn:microsoft.com/office/officeart/2018/2/layout/IconVerticalSolidList"/>
    <dgm:cxn modelId="{2F2CD417-879B-42FE-B1E4-F03B6813E213}" type="presParOf" srcId="{23F8F7E9-0631-4095-B647-D5C1EBCA18FF}" destId="{5EC8BC6E-8DF3-4ECC-AE21-A3147FFF7AB0}" srcOrd="1" destOrd="0" presId="urn:microsoft.com/office/officeart/2018/2/layout/IconVerticalSolidList"/>
    <dgm:cxn modelId="{9BD0F67D-0035-41EF-A685-F3DBC118BE14}" type="presParOf" srcId="{23F8F7E9-0631-4095-B647-D5C1EBCA18FF}" destId="{491DE9F1-24DB-4CA1-8C5E-179F81611429}" srcOrd="2" destOrd="0" presId="urn:microsoft.com/office/officeart/2018/2/layout/IconVerticalSolidList"/>
    <dgm:cxn modelId="{64A936C6-3144-443F-A462-A66E1A9C3964}" type="presParOf" srcId="{23F8F7E9-0631-4095-B647-D5C1EBCA18FF}" destId="{7C146A3F-3747-4A85-906E-C1B2069CE745}" srcOrd="3" destOrd="0" presId="urn:microsoft.com/office/officeart/2018/2/layout/IconVerticalSolidList"/>
    <dgm:cxn modelId="{BEFFCC8E-DDCA-4E65-A77E-B943D1C66951}" type="presParOf" srcId="{78027D03-622B-49D4-A534-80AAEF27DF7A}" destId="{78914ACA-2E60-4E74-BD31-59F84DCA6FBC}" srcOrd="9" destOrd="0" presId="urn:microsoft.com/office/officeart/2018/2/layout/IconVerticalSolidList"/>
    <dgm:cxn modelId="{5096DC08-B723-49F0-A9C9-99C6134E4E91}" type="presParOf" srcId="{78027D03-622B-49D4-A534-80AAEF27DF7A}" destId="{9DA6A229-7BFA-4E22-AE89-52FA43E4FF77}" srcOrd="10" destOrd="0" presId="urn:microsoft.com/office/officeart/2018/2/layout/IconVerticalSolidList"/>
    <dgm:cxn modelId="{66A3A08C-7536-44F6-90CE-3CFF791829A9}" type="presParOf" srcId="{9DA6A229-7BFA-4E22-AE89-52FA43E4FF77}" destId="{6B4C6FFD-13D4-4137-A554-0094CF8AC23A}" srcOrd="0" destOrd="0" presId="urn:microsoft.com/office/officeart/2018/2/layout/IconVerticalSolidList"/>
    <dgm:cxn modelId="{C014C630-758B-45A6-8C0B-3F25700ADEB4}" type="presParOf" srcId="{9DA6A229-7BFA-4E22-AE89-52FA43E4FF77}" destId="{3B4B2551-55F4-495E-9A1F-E7946922AEB7}" srcOrd="1" destOrd="0" presId="urn:microsoft.com/office/officeart/2018/2/layout/IconVerticalSolidList"/>
    <dgm:cxn modelId="{A515667A-6DE3-44A9-8D36-EFBE659CFA46}" type="presParOf" srcId="{9DA6A229-7BFA-4E22-AE89-52FA43E4FF77}" destId="{EC3E29B7-364A-42C9-8188-9F0CFB5581FE}" srcOrd="2" destOrd="0" presId="urn:microsoft.com/office/officeart/2018/2/layout/IconVerticalSolidList"/>
    <dgm:cxn modelId="{08FAA984-A633-4BEA-AB7E-FF72A697251C}" type="presParOf" srcId="{9DA6A229-7BFA-4E22-AE89-52FA43E4FF77}" destId="{8ACFD1BB-8392-4C62-AAAC-72D6252003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76B155-2981-4025-84DC-5D6C635C0EE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99C2B3B-07BC-4ED0-9689-855B4EFDA53C}">
      <dgm:prSet custT="1"/>
      <dgm:spPr/>
      <dgm:t>
        <a:bodyPr/>
        <a:lstStyle/>
        <a:p>
          <a:r>
            <a:rPr lang="en-CA" sz="2800" dirty="0"/>
            <a:t>This is a feature that makes this different from a simple search engine</a:t>
          </a:r>
          <a:endParaRPr lang="en-US" sz="2800" dirty="0"/>
        </a:p>
      </dgm:t>
    </dgm:pt>
    <dgm:pt modelId="{C81880DA-7C1D-4CB8-97B0-550231FF8C73}" type="parTrans" cxnId="{10CCA5FC-C2D2-4D74-8DA6-6B32E275045B}">
      <dgm:prSet/>
      <dgm:spPr/>
      <dgm:t>
        <a:bodyPr/>
        <a:lstStyle/>
        <a:p>
          <a:endParaRPr lang="en-US" sz="1400"/>
        </a:p>
      </dgm:t>
    </dgm:pt>
    <dgm:pt modelId="{384436B2-6CFB-4861-A1DA-D7B2610BF1E0}" type="sibTrans" cxnId="{10CCA5FC-C2D2-4D74-8DA6-6B32E275045B}">
      <dgm:prSet/>
      <dgm:spPr/>
      <dgm:t>
        <a:bodyPr/>
        <a:lstStyle/>
        <a:p>
          <a:endParaRPr lang="en-US" sz="1400"/>
        </a:p>
      </dgm:t>
    </dgm:pt>
    <dgm:pt modelId="{7581E4CF-1129-4C94-BA37-6C238BCC9BE1}">
      <dgm:prSet custT="1"/>
      <dgm:spPr/>
      <dgm:t>
        <a:bodyPr/>
        <a:lstStyle/>
        <a:p>
          <a:pPr algn="ctr"/>
          <a:r>
            <a:rPr lang="en-CA" sz="3200" dirty="0"/>
            <a:t>For example</a:t>
          </a:r>
          <a:endParaRPr lang="en-US" sz="3200" dirty="0"/>
        </a:p>
      </dgm:t>
    </dgm:pt>
    <dgm:pt modelId="{05D1BA64-1F20-4E25-9257-71F61CC4D02C}" type="parTrans" cxnId="{8BFF658B-3D77-4AD0-9321-F9929BA25D11}">
      <dgm:prSet/>
      <dgm:spPr/>
      <dgm:t>
        <a:bodyPr/>
        <a:lstStyle/>
        <a:p>
          <a:endParaRPr lang="en-US" sz="1400"/>
        </a:p>
      </dgm:t>
    </dgm:pt>
    <dgm:pt modelId="{B53E0A49-D333-4960-953A-A479B64CDFD4}" type="sibTrans" cxnId="{8BFF658B-3D77-4AD0-9321-F9929BA25D11}">
      <dgm:prSet/>
      <dgm:spPr/>
      <dgm:t>
        <a:bodyPr/>
        <a:lstStyle/>
        <a:p>
          <a:endParaRPr lang="en-US" sz="1400"/>
        </a:p>
      </dgm:t>
    </dgm:pt>
    <dgm:pt modelId="{20C2560C-4AF1-47F5-AD98-5CA717EBB0B0}">
      <dgm:prSet custT="1"/>
      <dgm:spPr/>
      <dgm:t>
        <a:bodyPr/>
        <a:lstStyle/>
        <a:p>
          <a:r>
            <a:rPr lang="en-CA" sz="2400" dirty="0"/>
            <a:t>Official meeting title: “Project Update”</a:t>
          </a:r>
          <a:endParaRPr lang="en-US" sz="2400" dirty="0"/>
        </a:p>
      </dgm:t>
    </dgm:pt>
    <dgm:pt modelId="{171ADE04-2C80-4706-9F35-49AEAFA6DC1E}" type="parTrans" cxnId="{34C9BFDC-2273-4CA8-AE54-BF207F972140}">
      <dgm:prSet/>
      <dgm:spPr/>
      <dgm:t>
        <a:bodyPr/>
        <a:lstStyle/>
        <a:p>
          <a:endParaRPr lang="en-US" sz="1400"/>
        </a:p>
      </dgm:t>
    </dgm:pt>
    <dgm:pt modelId="{69FA549E-1EA9-4B97-8531-BF1ADBFACE36}" type="sibTrans" cxnId="{34C9BFDC-2273-4CA8-AE54-BF207F972140}">
      <dgm:prSet/>
      <dgm:spPr/>
      <dgm:t>
        <a:bodyPr/>
        <a:lstStyle/>
        <a:p>
          <a:endParaRPr lang="en-US" sz="1400"/>
        </a:p>
      </dgm:t>
    </dgm:pt>
    <dgm:pt modelId="{102D6C10-C616-4F18-A6E6-9AA9601C3427}">
      <dgm:prSet custT="1"/>
      <dgm:spPr/>
      <dgm:t>
        <a:bodyPr/>
        <a:lstStyle/>
        <a:p>
          <a:r>
            <a:rPr lang="en-CA" sz="2400" dirty="0"/>
            <a:t>In the private context field, the user can add</a:t>
          </a:r>
          <a:endParaRPr lang="en-US" sz="2400" dirty="0"/>
        </a:p>
      </dgm:t>
    </dgm:pt>
    <dgm:pt modelId="{C2E0D502-C8A9-4556-B92C-1EF6ACBB5F54}" type="parTrans" cxnId="{FB9A8491-5020-4882-AA78-290FC4568EC3}">
      <dgm:prSet/>
      <dgm:spPr/>
      <dgm:t>
        <a:bodyPr/>
        <a:lstStyle/>
        <a:p>
          <a:endParaRPr lang="en-US" sz="1400"/>
        </a:p>
      </dgm:t>
    </dgm:pt>
    <dgm:pt modelId="{FC6DE92D-9439-4804-8C16-A9619A88A721}" type="sibTrans" cxnId="{FB9A8491-5020-4882-AA78-290FC4568EC3}">
      <dgm:prSet/>
      <dgm:spPr/>
      <dgm:t>
        <a:bodyPr/>
        <a:lstStyle/>
        <a:p>
          <a:endParaRPr lang="en-US" sz="1400"/>
        </a:p>
      </dgm:t>
    </dgm:pt>
    <dgm:pt modelId="{94BA7A7E-A464-4E39-9697-330073656175}">
      <dgm:prSet custT="1"/>
      <dgm:spPr/>
      <dgm:t>
        <a:bodyPr/>
        <a:lstStyle/>
        <a:p>
          <a:r>
            <a:rPr lang="en-CA" sz="2400" dirty="0"/>
            <a:t>The project is two weeks behind.  Management is looking for a scapegoat.  I need to know who owns what and where the paper trail leads.</a:t>
          </a:r>
          <a:endParaRPr lang="en-US" sz="2400" dirty="0"/>
        </a:p>
      </dgm:t>
    </dgm:pt>
    <dgm:pt modelId="{81D2E7E0-295A-4261-8E18-FCCF1CC53D76}" type="parTrans" cxnId="{ECF35649-33E4-46F8-9F21-7B960624F9FC}">
      <dgm:prSet/>
      <dgm:spPr/>
      <dgm:t>
        <a:bodyPr/>
        <a:lstStyle/>
        <a:p>
          <a:endParaRPr lang="en-US" sz="1400"/>
        </a:p>
      </dgm:t>
    </dgm:pt>
    <dgm:pt modelId="{058EA15E-D625-4166-895A-F7E6105634F0}" type="sibTrans" cxnId="{ECF35649-33E4-46F8-9F21-7B960624F9FC}">
      <dgm:prSet/>
      <dgm:spPr/>
      <dgm:t>
        <a:bodyPr/>
        <a:lstStyle/>
        <a:p>
          <a:endParaRPr lang="en-US" sz="1400"/>
        </a:p>
      </dgm:t>
    </dgm:pt>
    <dgm:pt modelId="{4905A7C0-26B8-4D69-AFC1-AC3DF69F53A0}" type="pres">
      <dgm:prSet presAssocID="{E176B155-2981-4025-84DC-5D6C635C0EE8}" presName="linear" presStyleCnt="0">
        <dgm:presLayoutVars>
          <dgm:animLvl val="lvl"/>
          <dgm:resizeHandles val="exact"/>
        </dgm:presLayoutVars>
      </dgm:prSet>
      <dgm:spPr/>
    </dgm:pt>
    <dgm:pt modelId="{B7662168-64A1-4F3D-BE39-C78A73BA5775}" type="pres">
      <dgm:prSet presAssocID="{B99C2B3B-07BC-4ED0-9689-855B4EFDA5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CC1A6AA-184C-4CA9-8A89-585C91A009A5}" type="pres">
      <dgm:prSet presAssocID="{384436B2-6CFB-4861-A1DA-D7B2610BF1E0}" presName="spacer" presStyleCnt="0"/>
      <dgm:spPr/>
    </dgm:pt>
    <dgm:pt modelId="{FA899F42-BCE5-450B-817A-446C1D583713}" type="pres">
      <dgm:prSet presAssocID="{7581E4CF-1129-4C94-BA37-6C238BCC9BE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47980A1-D8DB-4460-8420-D79F80A54D1B}" type="pres">
      <dgm:prSet presAssocID="{7581E4CF-1129-4C94-BA37-6C238BCC9BE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E82A833-5A14-4C64-96A1-8CE9C2F0FE43}" type="presOf" srcId="{B99C2B3B-07BC-4ED0-9689-855B4EFDA53C}" destId="{B7662168-64A1-4F3D-BE39-C78A73BA5775}" srcOrd="0" destOrd="0" presId="urn:microsoft.com/office/officeart/2005/8/layout/vList2"/>
    <dgm:cxn modelId="{ECF35649-33E4-46F8-9F21-7B960624F9FC}" srcId="{102D6C10-C616-4F18-A6E6-9AA9601C3427}" destId="{94BA7A7E-A464-4E39-9697-330073656175}" srcOrd="0" destOrd="0" parTransId="{81D2E7E0-295A-4261-8E18-FCCF1CC53D76}" sibTransId="{058EA15E-D625-4166-895A-F7E6105634F0}"/>
    <dgm:cxn modelId="{51981F4C-0E9A-48DB-848E-A0FFCB92C90D}" type="presOf" srcId="{20C2560C-4AF1-47F5-AD98-5CA717EBB0B0}" destId="{F47980A1-D8DB-4460-8420-D79F80A54D1B}" srcOrd="0" destOrd="0" presId="urn:microsoft.com/office/officeart/2005/8/layout/vList2"/>
    <dgm:cxn modelId="{8BFF658B-3D77-4AD0-9321-F9929BA25D11}" srcId="{E176B155-2981-4025-84DC-5D6C635C0EE8}" destId="{7581E4CF-1129-4C94-BA37-6C238BCC9BE1}" srcOrd="1" destOrd="0" parTransId="{05D1BA64-1F20-4E25-9257-71F61CC4D02C}" sibTransId="{B53E0A49-D333-4960-953A-A479B64CDFD4}"/>
    <dgm:cxn modelId="{B0711890-1CD0-4AF0-A8ED-F825DC4EBCB9}" type="presOf" srcId="{7581E4CF-1129-4C94-BA37-6C238BCC9BE1}" destId="{FA899F42-BCE5-450B-817A-446C1D583713}" srcOrd="0" destOrd="0" presId="urn:microsoft.com/office/officeart/2005/8/layout/vList2"/>
    <dgm:cxn modelId="{FB9A8491-5020-4882-AA78-290FC4568EC3}" srcId="{7581E4CF-1129-4C94-BA37-6C238BCC9BE1}" destId="{102D6C10-C616-4F18-A6E6-9AA9601C3427}" srcOrd="1" destOrd="0" parTransId="{C2E0D502-C8A9-4556-B92C-1EF6ACBB5F54}" sibTransId="{FC6DE92D-9439-4804-8C16-A9619A88A721}"/>
    <dgm:cxn modelId="{603A51C2-80B6-4683-A36C-D737D4B7385D}" type="presOf" srcId="{102D6C10-C616-4F18-A6E6-9AA9601C3427}" destId="{F47980A1-D8DB-4460-8420-D79F80A54D1B}" srcOrd="0" destOrd="1" presId="urn:microsoft.com/office/officeart/2005/8/layout/vList2"/>
    <dgm:cxn modelId="{34C9BFDC-2273-4CA8-AE54-BF207F972140}" srcId="{7581E4CF-1129-4C94-BA37-6C238BCC9BE1}" destId="{20C2560C-4AF1-47F5-AD98-5CA717EBB0B0}" srcOrd="0" destOrd="0" parTransId="{171ADE04-2C80-4706-9F35-49AEAFA6DC1E}" sibTransId="{69FA549E-1EA9-4B97-8531-BF1ADBFACE36}"/>
    <dgm:cxn modelId="{7C8390E2-9649-4FB2-81DD-D68E517B8BF8}" type="presOf" srcId="{94BA7A7E-A464-4E39-9697-330073656175}" destId="{F47980A1-D8DB-4460-8420-D79F80A54D1B}" srcOrd="0" destOrd="2" presId="urn:microsoft.com/office/officeart/2005/8/layout/vList2"/>
    <dgm:cxn modelId="{0D8F28FC-EB46-490A-81EE-D38A4B20A62D}" type="presOf" srcId="{E176B155-2981-4025-84DC-5D6C635C0EE8}" destId="{4905A7C0-26B8-4D69-AFC1-AC3DF69F53A0}" srcOrd="0" destOrd="0" presId="urn:microsoft.com/office/officeart/2005/8/layout/vList2"/>
    <dgm:cxn modelId="{10CCA5FC-C2D2-4D74-8DA6-6B32E275045B}" srcId="{E176B155-2981-4025-84DC-5D6C635C0EE8}" destId="{B99C2B3B-07BC-4ED0-9689-855B4EFDA53C}" srcOrd="0" destOrd="0" parTransId="{C81880DA-7C1D-4CB8-97B0-550231FF8C73}" sibTransId="{384436B2-6CFB-4861-A1DA-D7B2610BF1E0}"/>
    <dgm:cxn modelId="{483E734A-23C3-49F1-8AE3-AFE0EC042A21}" type="presParOf" srcId="{4905A7C0-26B8-4D69-AFC1-AC3DF69F53A0}" destId="{B7662168-64A1-4F3D-BE39-C78A73BA5775}" srcOrd="0" destOrd="0" presId="urn:microsoft.com/office/officeart/2005/8/layout/vList2"/>
    <dgm:cxn modelId="{3532E0CE-5A38-4D42-BB74-5F9E9844F0F3}" type="presParOf" srcId="{4905A7C0-26B8-4D69-AFC1-AC3DF69F53A0}" destId="{6CC1A6AA-184C-4CA9-8A89-585C91A009A5}" srcOrd="1" destOrd="0" presId="urn:microsoft.com/office/officeart/2005/8/layout/vList2"/>
    <dgm:cxn modelId="{7DC8295C-B349-46FC-B5EC-7F82A8045081}" type="presParOf" srcId="{4905A7C0-26B8-4D69-AFC1-AC3DF69F53A0}" destId="{FA899F42-BCE5-450B-817A-446C1D583713}" srcOrd="2" destOrd="0" presId="urn:microsoft.com/office/officeart/2005/8/layout/vList2"/>
    <dgm:cxn modelId="{AEA30B6A-9C84-434B-A2B0-C5BE514A19D6}" type="presParOf" srcId="{4905A7C0-26B8-4D69-AFC1-AC3DF69F53A0}" destId="{F47980A1-D8DB-4460-8420-D79F80A54D1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7D6D54-D23B-4B24-9583-E9ED4F0D35F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A80AD0-C689-4643-802B-8E6CC2EE6EF7}">
      <dgm:prSet custT="1"/>
      <dgm:spPr/>
      <dgm:t>
        <a:bodyPr/>
        <a:lstStyle/>
        <a:p>
          <a:pPr algn="ctr"/>
          <a:r>
            <a:rPr lang="en-CA" sz="2800" dirty="0"/>
            <a:t>The agent proposes, you decide.</a:t>
          </a:r>
          <a:endParaRPr lang="en-US" sz="2800" dirty="0"/>
        </a:p>
      </dgm:t>
    </dgm:pt>
    <dgm:pt modelId="{AC288202-3130-4A3A-AC83-EE4D3F6BF4DB}" type="parTrans" cxnId="{0206B8D9-769B-487E-9C0F-4E276687DD01}">
      <dgm:prSet/>
      <dgm:spPr/>
      <dgm:t>
        <a:bodyPr/>
        <a:lstStyle/>
        <a:p>
          <a:endParaRPr lang="en-US" sz="1600"/>
        </a:p>
      </dgm:t>
    </dgm:pt>
    <dgm:pt modelId="{87DAF2BE-C1F6-4421-B13F-30FB8FD65DB7}" type="sibTrans" cxnId="{0206B8D9-769B-487E-9C0F-4E276687DD01}">
      <dgm:prSet/>
      <dgm:spPr/>
      <dgm:t>
        <a:bodyPr/>
        <a:lstStyle/>
        <a:p>
          <a:endParaRPr lang="en-US" sz="1600"/>
        </a:p>
      </dgm:t>
    </dgm:pt>
    <dgm:pt modelId="{D338BDA6-A9CD-4C75-ACD1-E12B0F8891ED}">
      <dgm:prSet custT="1"/>
      <dgm:spPr/>
      <dgm:t>
        <a:bodyPr/>
        <a:lstStyle/>
        <a:p>
          <a:r>
            <a:rPr lang="en-CA" sz="2400"/>
            <a:t>Every research results is shown to the user before it enters the briefing.</a:t>
          </a:r>
          <a:endParaRPr lang="en-US" sz="2400"/>
        </a:p>
      </dgm:t>
    </dgm:pt>
    <dgm:pt modelId="{BBA525B9-B0F4-4FB8-93B0-0A4968BCB289}" type="parTrans" cxnId="{30EF7ED0-9062-4D57-85A2-27329E07F0C8}">
      <dgm:prSet/>
      <dgm:spPr/>
      <dgm:t>
        <a:bodyPr/>
        <a:lstStyle/>
        <a:p>
          <a:endParaRPr lang="en-US" sz="1600"/>
        </a:p>
      </dgm:t>
    </dgm:pt>
    <dgm:pt modelId="{25A6E2F4-4F3E-4E96-A8A3-4663D489FEB6}" type="sibTrans" cxnId="{30EF7ED0-9062-4D57-85A2-27329E07F0C8}">
      <dgm:prSet/>
      <dgm:spPr/>
      <dgm:t>
        <a:bodyPr/>
        <a:lstStyle/>
        <a:p>
          <a:endParaRPr lang="en-US" sz="1600"/>
        </a:p>
      </dgm:t>
    </dgm:pt>
    <dgm:pt modelId="{56A6B01D-905F-4813-8A5B-2C055A7055F2}">
      <dgm:prSet custT="1"/>
      <dgm:spPr/>
      <dgm:t>
        <a:bodyPr/>
        <a:lstStyle/>
        <a:p>
          <a:r>
            <a:rPr lang="en-CA" sz="2400" dirty="0"/>
            <a:t>The user can: </a:t>
          </a:r>
          <a:endParaRPr lang="en-US" sz="2400" dirty="0"/>
        </a:p>
      </dgm:t>
    </dgm:pt>
    <dgm:pt modelId="{68F822F5-23AF-4FC4-8EAF-6DA044286A8D}" type="parTrans" cxnId="{4D1FDC0F-A9F3-44F6-92EB-6E50EF2F39C6}">
      <dgm:prSet/>
      <dgm:spPr/>
      <dgm:t>
        <a:bodyPr/>
        <a:lstStyle/>
        <a:p>
          <a:endParaRPr lang="en-US" sz="1600"/>
        </a:p>
      </dgm:t>
    </dgm:pt>
    <dgm:pt modelId="{7467E831-476A-4B85-8390-56FCEB8343F6}" type="sibTrans" cxnId="{4D1FDC0F-A9F3-44F6-92EB-6E50EF2F39C6}">
      <dgm:prSet/>
      <dgm:spPr/>
      <dgm:t>
        <a:bodyPr/>
        <a:lstStyle/>
        <a:p>
          <a:endParaRPr lang="en-US" sz="1600"/>
        </a:p>
      </dgm:t>
    </dgm:pt>
    <dgm:pt modelId="{0BD56916-12F4-4306-A261-F6E59135C1F3}">
      <dgm:prSet custT="1"/>
      <dgm:spPr/>
      <dgm:t>
        <a:bodyPr/>
        <a:lstStyle/>
        <a:p>
          <a:r>
            <a:rPr lang="en-CA" sz="2400" dirty="0"/>
            <a:t>Accept it (it proceeds to synthesis); </a:t>
          </a:r>
          <a:endParaRPr lang="en-US" sz="2400" dirty="0"/>
        </a:p>
      </dgm:t>
    </dgm:pt>
    <dgm:pt modelId="{49C9DAD0-AC13-4CFD-A78A-6B5D863F2873}" type="parTrans" cxnId="{914CBF28-E83D-470F-BCC7-6755733F393B}">
      <dgm:prSet/>
      <dgm:spPr/>
      <dgm:t>
        <a:bodyPr/>
        <a:lstStyle/>
        <a:p>
          <a:endParaRPr lang="en-US" sz="1600"/>
        </a:p>
      </dgm:t>
    </dgm:pt>
    <dgm:pt modelId="{9542E8AB-9C63-46CC-BBAD-2E1FF73DCF25}" type="sibTrans" cxnId="{914CBF28-E83D-470F-BCC7-6755733F393B}">
      <dgm:prSet/>
      <dgm:spPr/>
      <dgm:t>
        <a:bodyPr/>
        <a:lstStyle/>
        <a:p>
          <a:endParaRPr lang="en-US" sz="1600"/>
        </a:p>
      </dgm:t>
    </dgm:pt>
    <dgm:pt modelId="{CC40BB05-B474-48F5-800E-A8138C803F6D}">
      <dgm:prSet custT="1"/>
      <dgm:spPr/>
      <dgm:t>
        <a:bodyPr/>
        <a:lstStyle/>
        <a:p>
          <a:r>
            <a:rPr lang="en-CA" sz="2400"/>
            <a:t>Dismiss it (it goes no further); or </a:t>
          </a:r>
          <a:endParaRPr lang="en-US" sz="2400"/>
        </a:p>
      </dgm:t>
    </dgm:pt>
    <dgm:pt modelId="{86D93A99-376B-4A68-8E6D-C18BC6235C13}" type="parTrans" cxnId="{34D1F67A-3A91-4DC8-AF47-5FB7BA1BDA54}">
      <dgm:prSet/>
      <dgm:spPr/>
      <dgm:t>
        <a:bodyPr/>
        <a:lstStyle/>
        <a:p>
          <a:endParaRPr lang="en-US" sz="1600"/>
        </a:p>
      </dgm:t>
    </dgm:pt>
    <dgm:pt modelId="{3C0A6015-1336-478D-97D9-DC0B7343156C}" type="sibTrans" cxnId="{34D1F67A-3A91-4DC8-AF47-5FB7BA1BDA54}">
      <dgm:prSet/>
      <dgm:spPr/>
      <dgm:t>
        <a:bodyPr/>
        <a:lstStyle/>
        <a:p>
          <a:endParaRPr lang="en-US" sz="1600"/>
        </a:p>
      </dgm:t>
    </dgm:pt>
    <dgm:pt modelId="{2E429F09-A247-4246-9FAD-92AB01885DE3}">
      <dgm:prSet custT="1"/>
      <dgm:spPr/>
      <dgm:t>
        <a:bodyPr/>
        <a:lstStyle/>
        <a:p>
          <a:r>
            <a:rPr lang="en-CA" sz="2400"/>
            <a:t>Postpone it (revisit it later)</a:t>
          </a:r>
          <a:endParaRPr lang="en-US" sz="2400"/>
        </a:p>
      </dgm:t>
    </dgm:pt>
    <dgm:pt modelId="{620B1759-4C38-4A61-B67C-D2A9EB4B6910}" type="parTrans" cxnId="{9EF132A6-B5A1-4BD5-BC27-0B78E25EBF10}">
      <dgm:prSet/>
      <dgm:spPr/>
      <dgm:t>
        <a:bodyPr/>
        <a:lstStyle/>
        <a:p>
          <a:endParaRPr lang="en-US" sz="1600"/>
        </a:p>
      </dgm:t>
    </dgm:pt>
    <dgm:pt modelId="{795FA8E3-F1E6-43D9-B221-9505B2B731BF}" type="sibTrans" cxnId="{9EF132A6-B5A1-4BD5-BC27-0B78E25EBF10}">
      <dgm:prSet/>
      <dgm:spPr/>
      <dgm:t>
        <a:bodyPr/>
        <a:lstStyle/>
        <a:p>
          <a:endParaRPr lang="en-US" sz="1600"/>
        </a:p>
      </dgm:t>
    </dgm:pt>
    <dgm:pt modelId="{C764CF4B-3067-43F4-9B7C-5686126F9E45}">
      <dgm:prSet custT="1"/>
      <dgm:spPr/>
      <dgm:t>
        <a:bodyPr/>
        <a:lstStyle/>
        <a:p>
          <a:pPr algn="ctr"/>
          <a:r>
            <a:rPr lang="en-US" sz="2800" i="1" dirty="0"/>
            <a:t>The agent proposes. The human is responsible for what gets used.</a:t>
          </a:r>
          <a:endParaRPr lang="en-US" sz="2800" dirty="0"/>
        </a:p>
      </dgm:t>
    </dgm:pt>
    <dgm:pt modelId="{556B40B1-999A-4D3F-9E07-3A7D3AFF8263}" type="parTrans" cxnId="{CB0E02CD-2175-4AAF-8217-70FF6E3E5D80}">
      <dgm:prSet/>
      <dgm:spPr/>
      <dgm:t>
        <a:bodyPr/>
        <a:lstStyle/>
        <a:p>
          <a:endParaRPr lang="en-US" sz="1600"/>
        </a:p>
      </dgm:t>
    </dgm:pt>
    <dgm:pt modelId="{75C02552-B410-40F1-BA03-33FFC168CD4B}" type="sibTrans" cxnId="{CB0E02CD-2175-4AAF-8217-70FF6E3E5D80}">
      <dgm:prSet/>
      <dgm:spPr/>
      <dgm:t>
        <a:bodyPr/>
        <a:lstStyle/>
        <a:p>
          <a:endParaRPr lang="en-US" sz="1600"/>
        </a:p>
      </dgm:t>
    </dgm:pt>
    <dgm:pt modelId="{C73A5CF5-33E2-4E36-85DF-B64E85864549}" type="pres">
      <dgm:prSet presAssocID="{F37D6D54-D23B-4B24-9583-E9ED4F0D35F1}" presName="linear" presStyleCnt="0">
        <dgm:presLayoutVars>
          <dgm:animLvl val="lvl"/>
          <dgm:resizeHandles val="exact"/>
        </dgm:presLayoutVars>
      </dgm:prSet>
      <dgm:spPr/>
    </dgm:pt>
    <dgm:pt modelId="{FD632C4F-4A7A-4F36-B71B-E78930D31157}" type="pres">
      <dgm:prSet presAssocID="{48A80AD0-C689-4643-802B-8E6CC2EE6EF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377454E-1A92-4A4D-AC2D-7F0DC2BC3873}" type="pres">
      <dgm:prSet presAssocID="{48A80AD0-C689-4643-802B-8E6CC2EE6EF7}" presName="childText" presStyleLbl="revTx" presStyleIdx="0" presStyleCnt="1">
        <dgm:presLayoutVars>
          <dgm:bulletEnabled val="1"/>
        </dgm:presLayoutVars>
      </dgm:prSet>
      <dgm:spPr/>
    </dgm:pt>
    <dgm:pt modelId="{366C16AD-6582-4452-83E9-9E95E802C47F}" type="pres">
      <dgm:prSet presAssocID="{C764CF4B-3067-43F4-9B7C-5686126F9E4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D1FDC0F-A9F3-44F6-92EB-6E50EF2F39C6}" srcId="{48A80AD0-C689-4643-802B-8E6CC2EE6EF7}" destId="{56A6B01D-905F-4813-8A5B-2C055A7055F2}" srcOrd="1" destOrd="0" parTransId="{68F822F5-23AF-4FC4-8EAF-6DA044286A8D}" sibTransId="{7467E831-476A-4B85-8390-56FCEB8343F6}"/>
    <dgm:cxn modelId="{E615BA19-0FF2-486D-8113-B03B9130CD3C}" type="presOf" srcId="{2E429F09-A247-4246-9FAD-92AB01885DE3}" destId="{6377454E-1A92-4A4D-AC2D-7F0DC2BC3873}" srcOrd="0" destOrd="4" presId="urn:microsoft.com/office/officeart/2005/8/layout/vList2"/>
    <dgm:cxn modelId="{914CBF28-E83D-470F-BCC7-6755733F393B}" srcId="{56A6B01D-905F-4813-8A5B-2C055A7055F2}" destId="{0BD56916-12F4-4306-A261-F6E59135C1F3}" srcOrd="0" destOrd="0" parTransId="{49C9DAD0-AC13-4CFD-A78A-6B5D863F2873}" sibTransId="{9542E8AB-9C63-46CC-BBAD-2E1FF73DCF25}"/>
    <dgm:cxn modelId="{7289C773-2E31-46E0-9D79-E42575DF44C8}" type="presOf" srcId="{0BD56916-12F4-4306-A261-F6E59135C1F3}" destId="{6377454E-1A92-4A4D-AC2D-7F0DC2BC3873}" srcOrd="0" destOrd="2" presId="urn:microsoft.com/office/officeart/2005/8/layout/vList2"/>
    <dgm:cxn modelId="{34D1F67A-3A91-4DC8-AF47-5FB7BA1BDA54}" srcId="{56A6B01D-905F-4813-8A5B-2C055A7055F2}" destId="{CC40BB05-B474-48F5-800E-A8138C803F6D}" srcOrd="1" destOrd="0" parTransId="{86D93A99-376B-4A68-8E6D-C18BC6235C13}" sibTransId="{3C0A6015-1336-478D-97D9-DC0B7343156C}"/>
    <dgm:cxn modelId="{6C630D8F-2AE2-40F3-A7EF-93FAB1EF50C3}" type="presOf" srcId="{48A80AD0-C689-4643-802B-8E6CC2EE6EF7}" destId="{FD632C4F-4A7A-4F36-B71B-E78930D31157}" srcOrd="0" destOrd="0" presId="urn:microsoft.com/office/officeart/2005/8/layout/vList2"/>
    <dgm:cxn modelId="{9EF132A6-B5A1-4BD5-BC27-0B78E25EBF10}" srcId="{56A6B01D-905F-4813-8A5B-2C055A7055F2}" destId="{2E429F09-A247-4246-9FAD-92AB01885DE3}" srcOrd="2" destOrd="0" parTransId="{620B1759-4C38-4A61-B67C-D2A9EB4B6910}" sibTransId="{795FA8E3-F1E6-43D9-B221-9505B2B731BF}"/>
    <dgm:cxn modelId="{42B5D3C6-5949-49C6-80AB-EBC523221FA9}" type="presOf" srcId="{CC40BB05-B474-48F5-800E-A8138C803F6D}" destId="{6377454E-1A92-4A4D-AC2D-7F0DC2BC3873}" srcOrd="0" destOrd="3" presId="urn:microsoft.com/office/officeart/2005/8/layout/vList2"/>
    <dgm:cxn modelId="{CB0E02CD-2175-4AAF-8217-70FF6E3E5D80}" srcId="{F37D6D54-D23B-4B24-9583-E9ED4F0D35F1}" destId="{C764CF4B-3067-43F4-9B7C-5686126F9E45}" srcOrd="1" destOrd="0" parTransId="{556B40B1-999A-4D3F-9E07-3A7D3AFF8263}" sibTransId="{75C02552-B410-40F1-BA03-33FFC168CD4B}"/>
    <dgm:cxn modelId="{30EF7ED0-9062-4D57-85A2-27329E07F0C8}" srcId="{48A80AD0-C689-4643-802B-8E6CC2EE6EF7}" destId="{D338BDA6-A9CD-4C75-ACD1-E12B0F8891ED}" srcOrd="0" destOrd="0" parTransId="{BBA525B9-B0F4-4FB8-93B0-0A4968BCB289}" sibTransId="{25A6E2F4-4F3E-4E96-A8A3-4663D489FEB6}"/>
    <dgm:cxn modelId="{B058EED3-A72C-44B0-8DAB-A46B4BA0A9E8}" type="presOf" srcId="{C764CF4B-3067-43F4-9B7C-5686126F9E45}" destId="{366C16AD-6582-4452-83E9-9E95E802C47F}" srcOrd="0" destOrd="0" presId="urn:microsoft.com/office/officeart/2005/8/layout/vList2"/>
    <dgm:cxn modelId="{4185A6D9-8F12-4DB4-A1E0-CDD9EDEDEADD}" type="presOf" srcId="{F37D6D54-D23B-4B24-9583-E9ED4F0D35F1}" destId="{C73A5CF5-33E2-4E36-85DF-B64E85864549}" srcOrd="0" destOrd="0" presId="urn:microsoft.com/office/officeart/2005/8/layout/vList2"/>
    <dgm:cxn modelId="{0206B8D9-769B-487E-9C0F-4E276687DD01}" srcId="{F37D6D54-D23B-4B24-9583-E9ED4F0D35F1}" destId="{48A80AD0-C689-4643-802B-8E6CC2EE6EF7}" srcOrd="0" destOrd="0" parTransId="{AC288202-3130-4A3A-AC83-EE4D3F6BF4DB}" sibTransId="{87DAF2BE-C1F6-4421-B13F-30FB8FD65DB7}"/>
    <dgm:cxn modelId="{3C2FA2DA-0D39-499D-82A1-D58F355A9944}" type="presOf" srcId="{D338BDA6-A9CD-4C75-ACD1-E12B0F8891ED}" destId="{6377454E-1A92-4A4D-AC2D-7F0DC2BC3873}" srcOrd="0" destOrd="0" presId="urn:microsoft.com/office/officeart/2005/8/layout/vList2"/>
    <dgm:cxn modelId="{5FB60EF8-8241-4739-819A-20028E462A20}" type="presOf" srcId="{56A6B01D-905F-4813-8A5B-2C055A7055F2}" destId="{6377454E-1A92-4A4D-AC2D-7F0DC2BC3873}" srcOrd="0" destOrd="1" presId="urn:microsoft.com/office/officeart/2005/8/layout/vList2"/>
    <dgm:cxn modelId="{C6D67D14-41FE-4CB4-83E5-F6155D190A8F}" type="presParOf" srcId="{C73A5CF5-33E2-4E36-85DF-B64E85864549}" destId="{FD632C4F-4A7A-4F36-B71B-E78930D31157}" srcOrd="0" destOrd="0" presId="urn:microsoft.com/office/officeart/2005/8/layout/vList2"/>
    <dgm:cxn modelId="{7324129A-B811-4DFB-B959-18DF17403B1B}" type="presParOf" srcId="{C73A5CF5-33E2-4E36-85DF-B64E85864549}" destId="{6377454E-1A92-4A4D-AC2D-7F0DC2BC3873}" srcOrd="1" destOrd="0" presId="urn:microsoft.com/office/officeart/2005/8/layout/vList2"/>
    <dgm:cxn modelId="{4BAD39C9-D7CD-4AE8-A272-4096571E7FF1}" type="presParOf" srcId="{C73A5CF5-33E2-4E36-85DF-B64E85864549}" destId="{366C16AD-6582-4452-83E9-9E95E802C47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15B927-8391-47D7-96E9-8145CE50E877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3D187CE-8A00-458A-A9C8-31E22A4EBA93}">
      <dgm:prSet/>
      <dgm:spPr/>
      <dgm:t>
        <a:bodyPr/>
        <a:lstStyle/>
        <a:p>
          <a:r>
            <a:rPr lang="en-CA"/>
            <a:t>What the agent got wrong – and what it taught us.</a:t>
          </a:r>
          <a:endParaRPr lang="en-US"/>
        </a:p>
      </dgm:t>
    </dgm:pt>
    <dgm:pt modelId="{5F13186B-C944-4DFF-B3CC-AFF8EED60AD7}" type="parTrans" cxnId="{C99683A4-CE61-4C57-9C9B-FA2506448B76}">
      <dgm:prSet/>
      <dgm:spPr/>
      <dgm:t>
        <a:bodyPr/>
        <a:lstStyle/>
        <a:p>
          <a:endParaRPr lang="en-US"/>
        </a:p>
      </dgm:t>
    </dgm:pt>
    <dgm:pt modelId="{756B0675-2CCC-4213-9F23-152D5D166C72}" type="sibTrans" cxnId="{C99683A4-CE61-4C57-9C9B-FA2506448B76}">
      <dgm:prSet/>
      <dgm:spPr/>
      <dgm:t>
        <a:bodyPr/>
        <a:lstStyle/>
        <a:p>
          <a:endParaRPr lang="en-US"/>
        </a:p>
      </dgm:t>
    </dgm:pt>
    <dgm:pt modelId="{7A57C497-B7F6-41C3-8908-01C6F254C1B3}">
      <dgm:prSet/>
      <dgm:spPr/>
      <dgm:t>
        <a:bodyPr/>
        <a:lstStyle/>
        <a:p>
          <a:r>
            <a:rPr lang="en-CA" dirty="0"/>
            <a:t>During testing, a very public figure was entered as a meeting attendee.  The agent researched them thoroughly and found accurate information.  It wrote up their background as a current participant in the meeting.</a:t>
          </a:r>
          <a:endParaRPr lang="en-US" dirty="0"/>
        </a:p>
      </dgm:t>
    </dgm:pt>
    <dgm:pt modelId="{4B679F3E-E3EF-4FFF-B6A3-A1DE15A0398F}" type="parTrans" cxnId="{C7C87D18-206C-4D2A-AB34-94B712C1722D}">
      <dgm:prSet/>
      <dgm:spPr/>
      <dgm:t>
        <a:bodyPr/>
        <a:lstStyle/>
        <a:p>
          <a:endParaRPr lang="en-US"/>
        </a:p>
      </dgm:t>
    </dgm:pt>
    <dgm:pt modelId="{3643B275-A85A-4CDB-8BE2-54B35DC5BAFD}" type="sibTrans" cxnId="{C7C87D18-206C-4D2A-AB34-94B712C1722D}">
      <dgm:prSet/>
      <dgm:spPr/>
      <dgm:t>
        <a:bodyPr/>
        <a:lstStyle/>
        <a:p>
          <a:endParaRPr lang="en-US"/>
        </a:p>
      </dgm:t>
    </dgm:pt>
    <dgm:pt modelId="{31B48399-FE42-4223-AC23-46737463AD87}">
      <dgm:prSet/>
      <dgm:spPr/>
      <dgm:t>
        <a:bodyPr/>
        <a:lstStyle/>
        <a:p>
          <a:r>
            <a:rPr lang="en-CA"/>
            <a:t>The person had been dead for many years!</a:t>
          </a:r>
          <a:endParaRPr lang="en-US"/>
        </a:p>
      </dgm:t>
    </dgm:pt>
    <dgm:pt modelId="{76DF280C-FB86-4497-9783-2495B4AE1E95}" type="parTrans" cxnId="{635FFD82-40A5-45BE-BDBE-9DC7E8AE301C}">
      <dgm:prSet/>
      <dgm:spPr/>
      <dgm:t>
        <a:bodyPr/>
        <a:lstStyle/>
        <a:p>
          <a:endParaRPr lang="en-US"/>
        </a:p>
      </dgm:t>
    </dgm:pt>
    <dgm:pt modelId="{8C87897E-1C20-401C-8AF3-B8169980DE7D}" type="sibTrans" cxnId="{635FFD82-40A5-45BE-BDBE-9DC7E8AE301C}">
      <dgm:prSet/>
      <dgm:spPr/>
      <dgm:t>
        <a:bodyPr/>
        <a:lstStyle/>
        <a:p>
          <a:endParaRPr lang="en-US"/>
        </a:p>
      </dgm:t>
    </dgm:pt>
    <dgm:pt modelId="{623848AA-0CD5-4F1B-AF56-E60128364900}">
      <dgm:prSet/>
      <dgm:spPr/>
      <dgm:t>
        <a:bodyPr/>
        <a:lstStyle/>
        <a:p>
          <a:r>
            <a:rPr lang="en-CA"/>
            <a:t>Two sentences were added to the agent’s instructions:</a:t>
          </a:r>
          <a:endParaRPr lang="en-US"/>
        </a:p>
      </dgm:t>
    </dgm:pt>
    <dgm:pt modelId="{3B65C45D-2420-45E0-95C4-F0C7734DE63C}" type="parTrans" cxnId="{C606F545-70A4-4760-B762-8E4DC6BFC7CB}">
      <dgm:prSet/>
      <dgm:spPr/>
      <dgm:t>
        <a:bodyPr/>
        <a:lstStyle/>
        <a:p>
          <a:endParaRPr lang="en-US"/>
        </a:p>
      </dgm:t>
    </dgm:pt>
    <dgm:pt modelId="{F2C25C73-8A3B-4874-93A0-CF7A9760F5FE}" type="sibTrans" cxnId="{C606F545-70A4-4760-B762-8E4DC6BFC7CB}">
      <dgm:prSet/>
      <dgm:spPr/>
      <dgm:t>
        <a:bodyPr/>
        <a:lstStyle/>
        <a:p>
          <a:endParaRPr lang="en-US"/>
        </a:p>
      </dgm:t>
    </dgm:pt>
    <dgm:pt modelId="{C5FF85B1-53E1-4C6D-AA5F-5FE97162EB5B}">
      <dgm:prSet/>
      <dgm:spPr/>
      <dgm:t>
        <a:bodyPr/>
        <a:lstStyle/>
        <a:p>
          <a:r>
            <a:rPr lang="en-CA"/>
            <a:t>First confirm whether the person is currently alive.  If deceased, state that clearly.</a:t>
          </a:r>
          <a:endParaRPr lang="en-US"/>
        </a:p>
      </dgm:t>
    </dgm:pt>
    <dgm:pt modelId="{0E3FEC3F-A809-4D0A-82B0-DE2C0E39F928}" type="parTrans" cxnId="{96B26411-D4E6-4D6F-AB9C-682BA7852DC4}">
      <dgm:prSet/>
      <dgm:spPr/>
      <dgm:t>
        <a:bodyPr/>
        <a:lstStyle/>
        <a:p>
          <a:endParaRPr lang="en-US"/>
        </a:p>
      </dgm:t>
    </dgm:pt>
    <dgm:pt modelId="{5F951682-F8E6-4E1A-9A9F-6A5ED2FBDD1D}" type="sibTrans" cxnId="{96B26411-D4E6-4D6F-AB9C-682BA7852DC4}">
      <dgm:prSet/>
      <dgm:spPr/>
      <dgm:t>
        <a:bodyPr/>
        <a:lstStyle/>
        <a:p>
          <a:endParaRPr lang="en-US"/>
        </a:p>
      </dgm:t>
    </dgm:pt>
    <dgm:pt modelId="{8ABB7273-0739-4AFE-BA76-BDC3D931E3C7}">
      <dgm:prSet/>
      <dgm:spPr/>
      <dgm:t>
        <a:bodyPr/>
        <a:lstStyle/>
        <a:p>
          <a:r>
            <a:rPr lang="en-CA"/>
            <a:t>The agent never made that mistake again.</a:t>
          </a:r>
          <a:endParaRPr lang="en-US"/>
        </a:p>
      </dgm:t>
    </dgm:pt>
    <dgm:pt modelId="{D8A796F2-442B-4000-B141-44DCFF183C7D}" type="parTrans" cxnId="{F17C3346-756D-4E60-8F02-EDDF701E1C99}">
      <dgm:prSet/>
      <dgm:spPr/>
      <dgm:t>
        <a:bodyPr/>
        <a:lstStyle/>
        <a:p>
          <a:endParaRPr lang="en-US"/>
        </a:p>
      </dgm:t>
    </dgm:pt>
    <dgm:pt modelId="{9572D49B-9901-49D8-BA46-42A793E255E4}" type="sibTrans" cxnId="{F17C3346-756D-4E60-8F02-EDDF701E1C99}">
      <dgm:prSet/>
      <dgm:spPr/>
      <dgm:t>
        <a:bodyPr/>
        <a:lstStyle/>
        <a:p>
          <a:endParaRPr lang="en-US"/>
        </a:p>
      </dgm:t>
    </dgm:pt>
    <dgm:pt modelId="{31622DBE-AB94-4F64-B2AC-FA579BAFCACE}" type="pres">
      <dgm:prSet presAssocID="{C215B927-8391-47D7-96E9-8145CE50E877}" presName="linear" presStyleCnt="0">
        <dgm:presLayoutVars>
          <dgm:dir/>
          <dgm:animLvl val="lvl"/>
          <dgm:resizeHandles val="exact"/>
        </dgm:presLayoutVars>
      </dgm:prSet>
      <dgm:spPr/>
    </dgm:pt>
    <dgm:pt modelId="{6B6986D0-F54E-44F8-ACFC-B12A3591A2F9}" type="pres">
      <dgm:prSet presAssocID="{83D187CE-8A00-458A-A9C8-31E22A4EBA93}" presName="parentLin" presStyleCnt="0"/>
      <dgm:spPr/>
    </dgm:pt>
    <dgm:pt modelId="{C57D1D23-8D48-4271-B8FE-3AD0F3B3C988}" type="pres">
      <dgm:prSet presAssocID="{83D187CE-8A00-458A-A9C8-31E22A4EBA93}" presName="parentLeftMargin" presStyleLbl="node1" presStyleIdx="0" presStyleCnt="3"/>
      <dgm:spPr/>
    </dgm:pt>
    <dgm:pt modelId="{BCF19631-57E9-4DC2-B1E8-DEB03E738A12}" type="pres">
      <dgm:prSet presAssocID="{83D187CE-8A00-458A-A9C8-31E22A4EBA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B1EC509-F1F4-46E6-9DEF-1C342ACC1C1A}" type="pres">
      <dgm:prSet presAssocID="{83D187CE-8A00-458A-A9C8-31E22A4EBA93}" presName="negativeSpace" presStyleCnt="0"/>
      <dgm:spPr/>
    </dgm:pt>
    <dgm:pt modelId="{873107FE-EA8C-45FC-B0D0-F78975A4C458}" type="pres">
      <dgm:prSet presAssocID="{83D187CE-8A00-458A-A9C8-31E22A4EBA93}" presName="childText" presStyleLbl="conFgAcc1" presStyleIdx="0" presStyleCnt="3">
        <dgm:presLayoutVars>
          <dgm:bulletEnabled val="1"/>
        </dgm:presLayoutVars>
      </dgm:prSet>
      <dgm:spPr/>
    </dgm:pt>
    <dgm:pt modelId="{625149AC-55E8-4BEB-934C-DAF44BBFB6F4}" type="pres">
      <dgm:prSet presAssocID="{756B0675-2CCC-4213-9F23-152D5D166C72}" presName="spaceBetweenRectangles" presStyleCnt="0"/>
      <dgm:spPr/>
    </dgm:pt>
    <dgm:pt modelId="{3D7323DE-4C64-49A2-961D-3C5042B1E9AF}" type="pres">
      <dgm:prSet presAssocID="{623848AA-0CD5-4F1B-AF56-E60128364900}" presName="parentLin" presStyleCnt="0"/>
      <dgm:spPr/>
    </dgm:pt>
    <dgm:pt modelId="{921B8948-644E-421C-88B3-FCF8C6DB437F}" type="pres">
      <dgm:prSet presAssocID="{623848AA-0CD5-4F1B-AF56-E60128364900}" presName="parentLeftMargin" presStyleLbl="node1" presStyleIdx="0" presStyleCnt="3"/>
      <dgm:spPr/>
    </dgm:pt>
    <dgm:pt modelId="{4ED393D1-C3E9-4918-8EDA-DBC3413FEA56}" type="pres">
      <dgm:prSet presAssocID="{623848AA-0CD5-4F1B-AF56-E6012836490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F49F01-D075-4E35-9C9C-8B7D9D67C9F5}" type="pres">
      <dgm:prSet presAssocID="{623848AA-0CD5-4F1B-AF56-E60128364900}" presName="negativeSpace" presStyleCnt="0"/>
      <dgm:spPr/>
    </dgm:pt>
    <dgm:pt modelId="{A027EA7C-8799-4543-96B3-3865F9C142E2}" type="pres">
      <dgm:prSet presAssocID="{623848AA-0CD5-4F1B-AF56-E60128364900}" presName="childText" presStyleLbl="conFgAcc1" presStyleIdx="1" presStyleCnt="3">
        <dgm:presLayoutVars>
          <dgm:bulletEnabled val="1"/>
        </dgm:presLayoutVars>
      </dgm:prSet>
      <dgm:spPr/>
    </dgm:pt>
    <dgm:pt modelId="{6D5F892E-2D67-4003-B2B7-5E30E87139BA}" type="pres">
      <dgm:prSet presAssocID="{F2C25C73-8A3B-4874-93A0-CF7A9760F5FE}" presName="spaceBetweenRectangles" presStyleCnt="0"/>
      <dgm:spPr/>
    </dgm:pt>
    <dgm:pt modelId="{917077B9-5CD4-496D-B11A-AB7691B43768}" type="pres">
      <dgm:prSet presAssocID="{8ABB7273-0739-4AFE-BA76-BDC3D931E3C7}" presName="parentLin" presStyleCnt="0"/>
      <dgm:spPr/>
    </dgm:pt>
    <dgm:pt modelId="{878E6C8B-B03D-4EDD-94F0-85D651F24775}" type="pres">
      <dgm:prSet presAssocID="{8ABB7273-0739-4AFE-BA76-BDC3D931E3C7}" presName="parentLeftMargin" presStyleLbl="node1" presStyleIdx="1" presStyleCnt="3"/>
      <dgm:spPr/>
    </dgm:pt>
    <dgm:pt modelId="{6C4F737C-2386-4F93-854C-F6211FAC0766}" type="pres">
      <dgm:prSet presAssocID="{8ABB7273-0739-4AFE-BA76-BDC3D931E3C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9358127-C3E7-4B7B-B643-5E53EFC3764E}" type="pres">
      <dgm:prSet presAssocID="{8ABB7273-0739-4AFE-BA76-BDC3D931E3C7}" presName="negativeSpace" presStyleCnt="0"/>
      <dgm:spPr/>
    </dgm:pt>
    <dgm:pt modelId="{07017902-CE43-48BE-BBC6-DE70DA36927B}" type="pres">
      <dgm:prSet presAssocID="{8ABB7273-0739-4AFE-BA76-BDC3D931E3C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27F6300-9CA1-49BB-8B5C-86E2FEF281DF}" type="presOf" srcId="{83D187CE-8A00-458A-A9C8-31E22A4EBA93}" destId="{C57D1D23-8D48-4271-B8FE-3AD0F3B3C988}" srcOrd="0" destOrd="0" presId="urn:microsoft.com/office/officeart/2005/8/layout/list1"/>
    <dgm:cxn modelId="{96B26411-D4E6-4D6F-AB9C-682BA7852DC4}" srcId="{623848AA-0CD5-4F1B-AF56-E60128364900}" destId="{C5FF85B1-53E1-4C6D-AA5F-5FE97162EB5B}" srcOrd="0" destOrd="0" parTransId="{0E3FEC3F-A809-4D0A-82B0-DE2C0E39F928}" sibTransId="{5F951682-F8E6-4E1A-9A9F-6A5ED2FBDD1D}"/>
    <dgm:cxn modelId="{C7C87D18-206C-4D2A-AB34-94B712C1722D}" srcId="{83D187CE-8A00-458A-A9C8-31E22A4EBA93}" destId="{7A57C497-B7F6-41C3-8908-01C6F254C1B3}" srcOrd="0" destOrd="0" parTransId="{4B679F3E-E3EF-4FFF-B6A3-A1DE15A0398F}" sibTransId="{3643B275-A85A-4CDB-8BE2-54B35DC5BAFD}"/>
    <dgm:cxn modelId="{473CA441-E761-498A-AFA8-E4DED2C07F81}" type="presOf" srcId="{83D187CE-8A00-458A-A9C8-31E22A4EBA93}" destId="{BCF19631-57E9-4DC2-B1E8-DEB03E738A12}" srcOrd="1" destOrd="0" presId="urn:microsoft.com/office/officeart/2005/8/layout/list1"/>
    <dgm:cxn modelId="{C606F545-70A4-4760-B762-8E4DC6BFC7CB}" srcId="{C215B927-8391-47D7-96E9-8145CE50E877}" destId="{623848AA-0CD5-4F1B-AF56-E60128364900}" srcOrd="1" destOrd="0" parTransId="{3B65C45D-2420-45E0-95C4-F0C7734DE63C}" sibTransId="{F2C25C73-8A3B-4874-93A0-CF7A9760F5FE}"/>
    <dgm:cxn modelId="{F17C3346-756D-4E60-8F02-EDDF701E1C99}" srcId="{C215B927-8391-47D7-96E9-8145CE50E877}" destId="{8ABB7273-0739-4AFE-BA76-BDC3D931E3C7}" srcOrd="2" destOrd="0" parTransId="{D8A796F2-442B-4000-B141-44DCFF183C7D}" sibTransId="{9572D49B-9901-49D8-BA46-42A793E255E4}"/>
    <dgm:cxn modelId="{4611CA69-6134-44CF-8A6E-F13542030A63}" type="presOf" srcId="{C215B927-8391-47D7-96E9-8145CE50E877}" destId="{31622DBE-AB94-4F64-B2AC-FA579BAFCACE}" srcOrd="0" destOrd="0" presId="urn:microsoft.com/office/officeart/2005/8/layout/list1"/>
    <dgm:cxn modelId="{6EC8046F-0719-4A23-A934-1E38F317D83A}" type="presOf" srcId="{8ABB7273-0739-4AFE-BA76-BDC3D931E3C7}" destId="{878E6C8B-B03D-4EDD-94F0-85D651F24775}" srcOrd="0" destOrd="0" presId="urn:microsoft.com/office/officeart/2005/8/layout/list1"/>
    <dgm:cxn modelId="{4683E481-112F-4660-82E8-B77F2E925AAA}" type="presOf" srcId="{31B48399-FE42-4223-AC23-46737463AD87}" destId="{873107FE-EA8C-45FC-B0D0-F78975A4C458}" srcOrd="0" destOrd="1" presId="urn:microsoft.com/office/officeart/2005/8/layout/list1"/>
    <dgm:cxn modelId="{635FFD82-40A5-45BE-BDBE-9DC7E8AE301C}" srcId="{83D187CE-8A00-458A-A9C8-31E22A4EBA93}" destId="{31B48399-FE42-4223-AC23-46737463AD87}" srcOrd="1" destOrd="0" parTransId="{76DF280C-FB86-4497-9783-2495B4AE1E95}" sibTransId="{8C87897E-1C20-401C-8AF3-B8169980DE7D}"/>
    <dgm:cxn modelId="{7694308D-C597-4353-B939-AD699DC867E3}" type="presOf" srcId="{C5FF85B1-53E1-4C6D-AA5F-5FE97162EB5B}" destId="{A027EA7C-8799-4543-96B3-3865F9C142E2}" srcOrd="0" destOrd="0" presId="urn:microsoft.com/office/officeart/2005/8/layout/list1"/>
    <dgm:cxn modelId="{18937895-6E3D-4A52-BBCD-E19C75505D37}" type="presOf" srcId="{623848AA-0CD5-4F1B-AF56-E60128364900}" destId="{4ED393D1-C3E9-4918-8EDA-DBC3413FEA56}" srcOrd="1" destOrd="0" presId="urn:microsoft.com/office/officeart/2005/8/layout/list1"/>
    <dgm:cxn modelId="{C99683A4-CE61-4C57-9C9B-FA2506448B76}" srcId="{C215B927-8391-47D7-96E9-8145CE50E877}" destId="{83D187CE-8A00-458A-A9C8-31E22A4EBA93}" srcOrd="0" destOrd="0" parTransId="{5F13186B-C944-4DFF-B3CC-AFF8EED60AD7}" sibTransId="{756B0675-2CCC-4213-9F23-152D5D166C72}"/>
    <dgm:cxn modelId="{3B0B2FB1-5A49-4237-82EA-689BDA35BFF7}" type="presOf" srcId="{623848AA-0CD5-4F1B-AF56-E60128364900}" destId="{921B8948-644E-421C-88B3-FCF8C6DB437F}" srcOrd="0" destOrd="0" presId="urn:microsoft.com/office/officeart/2005/8/layout/list1"/>
    <dgm:cxn modelId="{B7D96EB7-9E37-42B5-80FC-4EF444E257DF}" type="presOf" srcId="{8ABB7273-0739-4AFE-BA76-BDC3D931E3C7}" destId="{6C4F737C-2386-4F93-854C-F6211FAC0766}" srcOrd="1" destOrd="0" presId="urn:microsoft.com/office/officeart/2005/8/layout/list1"/>
    <dgm:cxn modelId="{7B641EE7-4DB6-466E-B3AF-131DB9A0DF6B}" type="presOf" srcId="{7A57C497-B7F6-41C3-8908-01C6F254C1B3}" destId="{873107FE-EA8C-45FC-B0D0-F78975A4C458}" srcOrd="0" destOrd="0" presId="urn:microsoft.com/office/officeart/2005/8/layout/list1"/>
    <dgm:cxn modelId="{A20E7FBC-7F69-460C-BC8B-F68CD5213F85}" type="presParOf" srcId="{31622DBE-AB94-4F64-B2AC-FA579BAFCACE}" destId="{6B6986D0-F54E-44F8-ACFC-B12A3591A2F9}" srcOrd="0" destOrd="0" presId="urn:microsoft.com/office/officeart/2005/8/layout/list1"/>
    <dgm:cxn modelId="{BAACF89A-AD7E-4803-8A90-BA463778F5CF}" type="presParOf" srcId="{6B6986D0-F54E-44F8-ACFC-B12A3591A2F9}" destId="{C57D1D23-8D48-4271-B8FE-3AD0F3B3C988}" srcOrd="0" destOrd="0" presId="urn:microsoft.com/office/officeart/2005/8/layout/list1"/>
    <dgm:cxn modelId="{0CB2FA0A-1A6E-4641-AC48-FF336ACBCB39}" type="presParOf" srcId="{6B6986D0-F54E-44F8-ACFC-B12A3591A2F9}" destId="{BCF19631-57E9-4DC2-B1E8-DEB03E738A12}" srcOrd="1" destOrd="0" presId="urn:microsoft.com/office/officeart/2005/8/layout/list1"/>
    <dgm:cxn modelId="{014390AF-261B-4C94-9FE0-5CDDD229D56A}" type="presParOf" srcId="{31622DBE-AB94-4F64-B2AC-FA579BAFCACE}" destId="{9B1EC509-F1F4-46E6-9DEF-1C342ACC1C1A}" srcOrd="1" destOrd="0" presId="urn:microsoft.com/office/officeart/2005/8/layout/list1"/>
    <dgm:cxn modelId="{A0F28AF0-AD97-4CC4-9A18-B89FF3D51E38}" type="presParOf" srcId="{31622DBE-AB94-4F64-B2AC-FA579BAFCACE}" destId="{873107FE-EA8C-45FC-B0D0-F78975A4C458}" srcOrd="2" destOrd="0" presId="urn:microsoft.com/office/officeart/2005/8/layout/list1"/>
    <dgm:cxn modelId="{002CF62A-B2B7-4E5F-910A-7593CA374023}" type="presParOf" srcId="{31622DBE-AB94-4F64-B2AC-FA579BAFCACE}" destId="{625149AC-55E8-4BEB-934C-DAF44BBFB6F4}" srcOrd="3" destOrd="0" presId="urn:microsoft.com/office/officeart/2005/8/layout/list1"/>
    <dgm:cxn modelId="{C0F64BA8-BCBC-4A64-93D9-5D6ED771F7BB}" type="presParOf" srcId="{31622DBE-AB94-4F64-B2AC-FA579BAFCACE}" destId="{3D7323DE-4C64-49A2-961D-3C5042B1E9AF}" srcOrd="4" destOrd="0" presId="urn:microsoft.com/office/officeart/2005/8/layout/list1"/>
    <dgm:cxn modelId="{5108436B-D61F-40D4-9968-88DBB0607F24}" type="presParOf" srcId="{3D7323DE-4C64-49A2-961D-3C5042B1E9AF}" destId="{921B8948-644E-421C-88B3-FCF8C6DB437F}" srcOrd="0" destOrd="0" presId="urn:microsoft.com/office/officeart/2005/8/layout/list1"/>
    <dgm:cxn modelId="{0C6FEC61-6C76-4AE6-B1A5-31B28E3553F8}" type="presParOf" srcId="{3D7323DE-4C64-49A2-961D-3C5042B1E9AF}" destId="{4ED393D1-C3E9-4918-8EDA-DBC3413FEA56}" srcOrd="1" destOrd="0" presId="urn:microsoft.com/office/officeart/2005/8/layout/list1"/>
    <dgm:cxn modelId="{CDD621CE-5DF2-4C68-9D4F-D65ECC6939F4}" type="presParOf" srcId="{31622DBE-AB94-4F64-B2AC-FA579BAFCACE}" destId="{22F49F01-D075-4E35-9C9C-8B7D9D67C9F5}" srcOrd="5" destOrd="0" presId="urn:microsoft.com/office/officeart/2005/8/layout/list1"/>
    <dgm:cxn modelId="{DAF58422-9C5C-4EF5-A7D9-13EA5ED31F94}" type="presParOf" srcId="{31622DBE-AB94-4F64-B2AC-FA579BAFCACE}" destId="{A027EA7C-8799-4543-96B3-3865F9C142E2}" srcOrd="6" destOrd="0" presId="urn:microsoft.com/office/officeart/2005/8/layout/list1"/>
    <dgm:cxn modelId="{BD4E10B7-9C20-4A46-AB85-6B4A26886C4B}" type="presParOf" srcId="{31622DBE-AB94-4F64-B2AC-FA579BAFCACE}" destId="{6D5F892E-2D67-4003-B2B7-5E30E87139BA}" srcOrd="7" destOrd="0" presId="urn:microsoft.com/office/officeart/2005/8/layout/list1"/>
    <dgm:cxn modelId="{786D16E2-3C62-4B58-A376-98B531A68574}" type="presParOf" srcId="{31622DBE-AB94-4F64-B2AC-FA579BAFCACE}" destId="{917077B9-5CD4-496D-B11A-AB7691B43768}" srcOrd="8" destOrd="0" presId="urn:microsoft.com/office/officeart/2005/8/layout/list1"/>
    <dgm:cxn modelId="{C769EDD6-2096-4D3A-ADA0-C5EE8A80C60B}" type="presParOf" srcId="{917077B9-5CD4-496D-B11A-AB7691B43768}" destId="{878E6C8B-B03D-4EDD-94F0-85D651F24775}" srcOrd="0" destOrd="0" presId="urn:microsoft.com/office/officeart/2005/8/layout/list1"/>
    <dgm:cxn modelId="{EC866736-20C6-425A-8B0D-54CA097DA813}" type="presParOf" srcId="{917077B9-5CD4-496D-B11A-AB7691B43768}" destId="{6C4F737C-2386-4F93-854C-F6211FAC0766}" srcOrd="1" destOrd="0" presId="urn:microsoft.com/office/officeart/2005/8/layout/list1"/>
    <dgm:cxn modelId="{548BA80D-9AE0-4A52-AAE0-E3E9FCC938BA}" type="presParOf" srcId="{31622DBE-AB94-4F64-B2AC-FA579BAFCACE}" destId="{49358127-C3E7-4B7B-B643-5E53EFC3764E}" srcOrd="9" destOrd="0" presId="urn:microsoft.com/office/officeart/2005/8/layout/list1"/>
    <dgm:cxn modelId="{D5CB3AB9-E96B-4CD8-9993-3952A59700BA}" type="presParOf" srcId="{31622DBE-AB94-4F64-B2AC-FA579BAFCACE}" destId="{07017902-CE43-48BE-BBC6-DE70DA36927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60E67F8-A458-4E10-A2C4-BCD5A8C8AF2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B12C72F-AF41-4551-BA85-D4C8EA2BD487}">
      <dgm:prSet custT="1"/>
      <dgm:spPr/>
      <dgm:t>
        <a:bodyPr/>
        <a:lstStyle/>
        <a:p>
          <a:pPr algn="ctr"/>
          <a:r>
            <a:rPr lang="en-CA" sz="2400" b="1" dirty="0"/>
            <a:t>The same pattern, unlimited applications.</a:t>
          </a:r>
          <a:endParaRPr lang="en-US" sz="2400" b="1" dirty="0"/>
        </a:p>
      </dgm:t>
    </dgm:pt>
    <dgm:pt modelId="{42797E6F-C1F7-4DBC-8BE6-54456F352CC9}" type="parTrans" cxnId="{844691BC-63EB-4F98-B05C-ACDC37CD0482}">
      <dgm:prSet/>
      <dgm:spPr/>
      <dgm:t>
        <a:bodyPr/>
        <a:lstStyle/>
        <a:p>
          <a:endParaRPr lang="en-US" sz="1600"/>
        </a:p>
      </dgm:t>
    </dgm:pt>
    <dgm:pt modelId="{C6F426CA-BCB8-4622-8157-BB4F319C2FF2}" type="sibTrans" cxnId="{844691BC-63EB-4F98-B05C-ACDC37CD0482}">
      <dgm:prSet/>
      <dgm:spPr/>
      <dgm:t>
        <a:bodyPr/>
        <a:lstStyle/>
        <a:p>
          <a:endParaRPr lang="en-US" sz="1600"/>
        </a:p>
      </dgm:t>
    </dgm:pt>
    <dgm:pt modelId="{220CCC8D-B12D-4908-9A3F-C7FB7FA908DD}">
      <dgm:prSet custT="1"/>
      <dgm:spPr/>
      <dgm:t>
        <a:bodyPr/>
        <a:lstStyle/>
        <a:p>
          <a:r>
            <a:rPr lang="en-CA" sz="1800"/>
            <a:t>Browser → Secure Proxy → AI Model → Web / Calendar / Email / APIs → Document</a:t>
          </a:r>
          <a:endParaRPr lang="en-US" sz="1800"/>
        </a:p>
      </dgm:t>
    </dgm:pt>
    <dgm:pt modelId="{95AC70AE-6F3D-4360-A514-A0EF329CEF3E}" type="parTrans" cxnId="{F74FF784-29D3-4BF3-ABC2-81508DB7C1E3}">
      <dgm:prSet/>
      <dgm:spPr/>
      <dgm:t>
        <a:bodyPr/>
        <a:lstStyle/>
        <a:p>
          <a:endParaRPr lang="en-US" sz="1600"/>
        </a:p>
      </dgm:t>
    </dgm:pt>
    <dgm:pt modelId="{594BAF4F-53CF-4E54-9B2A-583D0FE873B3}" type="sibTrans" cxnId="{F74FF784-29D3-4BF3-ABC2-81508DB7C1E3}">
      <dgm:prSet/>
      <dgm:spPr/>
      <dgm:t>
        <a:bodyPr/>
        <a:lstStyle/>
        <a:p>
          <a:endParaRPr lang="en-US" sz="1600"/>
        </a:p>
      </dgm:t>
    </dgm:pt>
    <dgm:pt modelId="{F66606F1-FD82-4196-8183-5FB9E28566D2}">
      <dgm:prSet custT="1"/>
      <dgm:spPr/>
      <dgm:t>
        <a:bodyPr/>
        <a:lstStyle/>
        <a:p>
          <a:pPr algn="ctr"/>
          <a:r>
            <a:rPr lang="en-US" sz="2400" b="1" dirty="0"/>
            <a:t>What you could build.</a:t>
          </a:r>
          <a:endParaRPr lang="en-US" sz="2400" dirty="0"/>
        </a:p>
      </dgm:t>
    </dgm:pt>
    <dgm:pt modelId="{FE88CCEF-03A4-40F7-887D-387E66C6C29A}" type="parTrans" cxnId="{25E3B4C2-F441-411D-9892-13A4E9C39D37}">
      <dgm:prSet/>
      <dgm:spPr/>
      <dgm:t>
        <a:bodyPr/>
        <a:lstStyle/>
        <a:p>
          <a:endParaRPr lang="en-US" sz="1600"/>
        </a:p>
      </dgm:t>
    </dgm:pt>
    <dgm:pt modelId="{53530580-2C30-4540-A9FA-97B17F4B3799}" type="sibTrans" cxnId="{25E3B4C2-F441-411D-9892-13A4E9C39D37}">
      <dgm:prSet/>
      <dgm:spPr/>
      <dgm:t>
        <a:bodyPr/>
        <a:lstStyle/>
        <a:p>
          <a:endParaRPr lang="en-US" sz="1600"/>
        </a:p>
      </dgm:t>
    </dgm:pt>
    <dgm:pt modelId="{7C33B08C-B882-48F0-BEAE-C6ADA3B8C635}">
      <dgm:prSet custT="1"/>
      <dgm:spPr/>
      <dgm:t>
        <a:bodyPr/>
        <a:lstStyle/>
        <a:p>
          <a:r>
            <a:rPr lang="en-US" sz="1800" b="1"/>
            <a:t>Sales intelligence agent</a:t>
          </a:r>
          <a:r>
            <a:rPr lang="en-US" sz="1800"/>
            <a:t> - research a prospect before every call</a:t>
          </a:r>
        </a:p>
      </dgm:t>
    </dgm:pt>
    <dgm:pt modelId="{D785737C-7CC2-44F1-B64C-F0428CB6CF3E}" type="parTrans" cxnId="{BAA4DCB5-5637-4ADA-8CBB-099B0558BA0F}">
      <dgm:prSet/>
      <dgm:spPr/>
      <dgm:t>
        <a:bodyPr/>
        <a:lstStyle/>
        <a:p>
          <a:endParaRPr lang="en-US" sz="1600"/>
        </a:p>
      </dgm:t>
    </dgm:pt>
    <dgm:pt modelId="{5F989146-8023-4CCB-953D-456B96F9F067}" type="sibTrans" cxnId="{BAA4DCB5-5637-4ADA-8CBB-099B0558BA0F}">
      <dgm:prSet/>
      <dgm:spPr/>
      <dgm:t>
        <a:bodyPr/>
        <a:lstStyle/>
        <a:p>
          <a:endParaRPr lang="en-US" sz="1600"/>
        </a:p>
      </dgm:t>
    </dgm:pt>
    <dgm:pt modelId="{F196620A-5EDE-4C3B-90B4-C4174E870A38}">
      <dgm:prSet custT="1"/>
      <dgm:spPr/>
      <dgm:t>
        <a:bodyPr/>
        <a:lstStyle/>
        <a:p>
          <a:r>
            <a:rPr lang="en-US" sz="1800" b="1"/>
            <a:t>Compliance monitoring agent</a:t>
          </a:r>
          <a:r>
            <a:rPr lang="en-US" sz="1800"/>
            <a:t> - scan regulatory updates and flag relevance</a:t>
          </a:r>
        </a:p>
      </dgm:t>
    </dgm:pt>
    <dgm:pt modelId="{7769706E-8776-4DE1-918D-934139B4D8DF}" type="parTrans" cxnId="{9BD8A13A-80FD-43EB-A980-3A22927034CB}">
      <dgm:prSet/>
      <dgm:spPr/>
      <dgm:t>
        <a:bodyPr/>
        <a:lstStyle/>
        <a:p>
          <a:endParaRPr lang="en-US" sz="1600"/>
        </a:p>
      </dgm:t>
    </dgm:pt>
    <dgm:pt modelId="{DE479FFA-FBF3-4261-8BFB-B4E5EBD6FA72}" type="sibTrans" cxnId="{9BD8A13A-80FD-43EB-A980-3A22927034CB}">
      <dgm:prSet/>
      <dgm:spPr/>
      <dgm:t>
        <a:bodyPr/>
        <a:lstStyle/>
        <a:p>
          <a:endParaRPr lang="en-US" sz="1600"/>
        </a:p>
      </dgm:t>
    </dgm:pt>
    <dgm:pt modelId="{2EE496EF-42B3-44C7-9F9F-06A3353E8B3C}">
      <dgm:prSet custT="1"/>
      <dgm:spPr/>
      <dgm:t>
        <a:bodyPr/>
        <a:lstStyle/>
        <a:p>
          <a:r>
            <a:rPr lang="en-US" sz="1800" b="1"/>
            <a:t>Competitive intelligence agent</a:t>
          </a:r>
          <a:r>
            <a:rPr lang="en-US" sz="1800"/>
            <a:t> - track competitor announcements and summarize weekly</a:t>
          </a:r>
        </a:p>
      </dgm:t>
    </dgm:pt>
    <dgm:pt modelId="{48220924-D35E-4307-A2AD-80096670D56A}" type="parTrans" cxnId="{DA941F20-09FB-4475-98EB-DDDC7AD20030}">
      <dgm:prSet/>
      <dgm:spPr/>
      <dgm:t>
        <a:bodyPr/>
        <a:lstStyle/>
        <a:p>
          <a:endParaRPr lang="en-US" sz="1600"/>
        </a:p>
      </dgm:t>
    </dgm:pt>
    <dgm:pt modelId="{3098D7E3-383C-4E99-A714-229B9840971C}" type="sibTrans" cxnId="{DA941F20-09FB-4475-98EB-DDDC7AD20030}">
      <dgm:prSet/>
      <dgm:spPr/>
      <dgm:t>
        <a:bodyPr/>
        <a:lstStyle/>
        <a:p>
          <a:endParaRPr lang="en-US" sz="1600"/>
        </a:p>
      </dgm:t>
    </dgm:pt>
    <dgm:pt modelId="{E5D5301C-92AA-4081-A7D9-C131DAFCC3A5}">
      <dgm:prSet custT="1"/>
      <dgm:spPr/>
      <dgm:t>
        <a:bodyPr/>
        <a:lstStyle/>
        <a:p>
          <a:r>
            <a:rPr lang="en-US" sz="1800" b="1"/>
            <a:t>Onboarding agent</a:t>
          </a:r>
          <a:r>
            <a:rPr lang="en-US" sz="1800"/>
            <a:t> - guide new employees through policies and answer questions</a:t>
          </a:r>
        </a:p>
      </dgm:t>
    </dgm:pt>
    <dgm:pt modelId="{8333822F-71A2-4419-ACB1-BDEDA5C6B667}" type="parTrans" cxnId="{8A4219F4-35BF-4AF3-9893-1B21248415E9}">
      <dgm:prSet/>
      <dgm:spPr/>
      <dgm:t>
        <a:bodyPr/>
        <a:lstStyle/>
        <a:p>
          <a:endParaRPr lang="en-US" sz="1600"/>
        </a:p>
      </dgm:t>
    </dgm:pt>
    <dgm:pt modelId="{E032C556-3569-4DB6-99D1-E60D899F1198}" type="sibTrans" cxnId="{8A4219F4-35BF-4AF3-9893-1B21248415E9}">
      <dgm:prSet/>
      <dgm:spPr/>
      <dgm:t>
        <a:bodyPr/>
        <a:lstStyle/>
        <a:p>
          <a:endParaRPr lang="en-US" sz="1600"/>
        </a:p>
      </dgm:t>
    </dgm:pt>
    <dgm:pt modelId="{F2279FD5-144B-401A-B05F-CE0DA9214511}">
      <dgm:prSet custT="1"/>
      <dgm:spPr/>
      <dgm:t>
        <a:bodyPr/>
        <a:lstStyle/>
        <a:p>
          <a:r>
            <a:rPr lang="en-US" sz="1800" b="1"/>
            <a:t>RFP response agent</a:t>
          </a:r>
          <a:r>
            <a:rPr lang="en-US" sz="1800"/>
            <a:t> - research, draft, and structure proposal sections</a:t>
          </a:r>
        </a:p>
      </dgm:t>
    </dgm:pt>
    <dgm:pt modelId="{5F197229-0F4F-4B6A-93C2-16E36F5B411B}" type="parTrans" cxnId="{72B8C6CE-D6CF-45D2-A0D5-104C7C0B760C}">
      <dgm:prSet/>
      <dgm:spPr/>
      <dgm:t>
        <a:bodyPr/>
        <a:lstStyle/>
        <a:p>
          <a:endParaRPr lang="en-US" sz="1600"/>
        </a:p>
      </dgm:t>
    </dgm:pt>
    <dgm:pt modelId="{9908394C-CAA9-4617-96EF-2FA20CF83F45}" type="sibTrans" cxnId="{72B8C6CE-D6CF-45D2-A0D5-104C7C0B760C}">
      <dgm:prSet/>
      <dgm:spPr/>
      <dgm:t>
        <a:bodyPr/>
        <a:lstStyle/>
        <a:p>
          <a:endParaRPr lang="en-US" sz="1600"/>
        </a:p>
      </dgm:t>
    </dgm:pt>
    <dgm:pt modelId="{85D868A6-D6B4-4B20-A772-8AB502543E8A}">
      <dgm:prSet custT="1"/>
      <dgm:spPr/>
      <dgm:t>
        <a:bodyPr/>
        <a:lstStyle/>
        <a:p>
          <a:r>
            <a:rPr lang="en-US" sz="1800" b="1"/>
            <a:t>Customer escalation agent - </a:t>
          </a:r>
          <a:r>
            <a:rPr lang="en-US" sz="1800"/>
            <a:t>research account history before every escalation call</a:t>
          </a:r>
        </a:p>
      </dgm:t>
    </dgm:pt>
    <dgm:pt modelId="{07891751-03CF-4BF0-92B8-288BFEFC26C3}" type="parTrans" cxnId="{282757A6-4C58-4815-9D5C-BD921E077B1F}">
      <dgm:prSet/>
      <dgm:spPr/>
      <dgm:t>
        <a:bodyPr/>
        <a:lstStyle/>
        <a:p>
          <a:endParaRPr lang="en-US" sz="1600"/>
        </a:p>
      </dgm:t>
    </dgm:pt>
    <dgm:pt modelId="{F0884064-5CC4-406B-951C-506085B8AC8C}" type="sibTrans" cxnId="{282757A6-4C58-4815-9D5C-BD921E077B1F}">
      <dgm:prSet/>
      <dgm:spPr/>
      <dgm:t>
        <a:bodyPr/>
        <a:lstStyle/>
        <a:p>
          <a:endParaRPr lang="en-US" sz="1600"/>
        </a:p>
      </dgm:t>
    </dgm:pt>
    <dgm:pt modelId="{44952B63-295A-4EEE-B815-216C8E571CC7}" type="pres">
      <dgm:prSet presAssocID="{560E67F8-A458-4E10-A2C4-BCD5A8C8AF29}" presName="linear" presStyleCnt="0">
        <dgm:presLayoutVars>
          <dgm:animLvl val="lvl"/>
          <dgm:resizeHandles val="exact"/>
        </dgm:presLayoutVars>
      </dgm:prSet>
      <dgm:spPr/>
    </dgm:pt>
    <dgm:pt modelId="{25646256-8873-4798-A8C0-77FCF3976967}" type="pres">
      <dgm:prSet presAssocID="{9B12C72F-AF41-4551-BA85-D4C8EA2BD4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8CEB6A5-689A-4B45-8DCD-C4B03F9CBEE5}" type="pres">
      <dgm:prSet presAssocID="{9B12C72F-AF41-4551-BA85-D4C8EA2BD487}" presName="childText" presStyleLbl="revTx" presStyleIdx="0" presStyleCnt="2">
        <dgm:presLayoutVars>
          <dgm:bulletEnabled val="1"/>
        </dgm:presLayoutVars>
      </dgm:prSet>
      <dgm:spPr/>
    </dgm:pt>
    <dgm:pt modelId="{43318073-FB75-4BC8-A03B-7A6F0D5BEB8F}" type="pres">
      <dgm:prSet presAssocID="{F66606F1-FD82-4196-8183-5FB9E28566D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E5A2D31-A8FF-4D90-A2A9-7025B9470039}" type="pres">
      <dgm:prSet presAssocID="{F66606F1-FD82-4196-8183-5FB9E28566D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A941F20-09FB-4475-98EB-DDDC7AD20030}" srcId="{F66606F1-FD82-4196-8183-5FB9E28566D2}" destId="{2EE496EF-42B3-44C7-9F9F-06A3353E8B3C}" srcOrd="2" destOrd="0" parTransId="{48220924-D35E-4307-A2AD-80096670D56A}" sibTransId="{3098D7E3-383C-4E99-A714-229B9840971C}"/>
    <dgm:cxn modelId="{EA4BEA2E-2A45-4AEF-91B0-0AF7D8AA3D40}" type="presOf" srcId="{9B12C72F-AF41-4551-BA85-D4C8EA2BD487}" destId="{25646256-8873-4798-A8C0-77FCF3976967}" srcOrd="0" destOrd="0" presId="urn:microsoft.com/office/officeart/2005/8/layout/vList2"/>
    <dgm:cxn modelId="{9BD8A13A-80FD-43EB-A980-3A22927034CB}" srcId="{F66606F1-FD82-4196-8183-5FB9E28566D2}" destId="{F196620A-5EDE-4C3B-90B4-C4174E870A38}" srcOrd="1" destOrd="0" parTransId="{7769706E-8776-4DE1-918D-934139B4D8DF}" sibTransId="{DE479FFA-FBF3-4261-8BFB-B4E5EBD6FA72}"/>
    <dgm:cxn modelId="{F74FF784-29D3-4BF3-ABC2-81508DB7C1E3}" srcId="{9B12C72F-AF41-4551-BA85-D4C8EA2BD487}" destId="{220CCC8D-B12D-4908-9A3F-C7FB7FA908DD}" srcOrd="0" destOrd="0" parTransId="{95AC70AE-6F3D-4360-A514-A0EF329CEF3E}" sibTransId="{594BAF4F-53CF-4E54-9B2A-583D0FE873B3}"/>
    <dgm:cxn modelId="{B747119F-E28A-48B6-89DA-03327C45E980}" type="presOf" srcId="{560E67F8-A458-4E10-A2C4-BCD5A8C8AF29}" destId="{44952B63-295A-4EEE-B815-216C8E571CC7}" srcOrd="0" destOrd="0" presId="urn:microsoft.com/office/officeart/2005/8/layout/vList2"/>
    <dgm:cxn modelId="{0554F19F-8953-4CB8-A0FD-46DDE71AD958}" type="presOf" srcId="{85D868A6-D6B4-4B20-A772-8AB502543E8A}" destId="{9E5A2D31-A8FF-4D90-A2A9-7025B9470039}" srcOrd="0" destOrd="5" presId="urn:microsoft.com/office/officeart/2005/8/layout/vList2"/>
    <dgm:cxn modelId="{282757A6-4C58-4815-9D5C-BD921E077B1F}" srcId="{F66606F1-FD82-4196-8183-5FB9E28566D2}" destId="{85D868A6-D6B4-4B20-A772-8AB502543E8A}" srcOrd="5" destOrd="0" parTransId="{07891751-03CF-4BF0-92B8-288BFEFC26C3}" sibTransId="{F0884064-5CC4-406B-951C-506085B8AC8C}"/>
    <dgm:cxn modelId="{B097DAAE-55E9-464A-9781-B993570098AE}" type="presOf" srcId="{2EE496EF-42B3-44C7-9F9F-06A3353E8B3C}" destId="{9E5A2D31-A8FF-4D90-A2A9-7025B9470039}" srcOrd="0" destOrd="2" presId="urn:microsoft.com/office/officeart/2005/8/layout/vList2"/>
    <dgm:cxn modelId="{BAA4DCB5-5637-4ADA-8CBB-099B0558BA0F}" srcId="{F66606F1-FD82-4196-8183-5FB9E28566D2}" destId="{7C33B08C-B882-48F0-BEAE-C6ADA3B8C635}" srcOrd="0" destOrd="0" parTransId="{D785737C-7CC2-44F1-B64C-F0428CB6CF3E}" sibTransId="{5F989146-8023-4CCB-953D-456B96F9F067}"/>
    <dgm:cxn modelId="{3961CAB9-D7DA-4969-95B8-0518F3DEB414}" type="presOf" srcId="{F2279FD5-144B-401A-B05F-CE0DA9214511}" destId="{9E5A2D31-A8FF-4D90-A2A9-7025B9470039}" srcOrd="0" destOrd="4" presId="urn:microsoft.com/office/officeart/2005/8/layout/vList2"/>
    <dgm:cxn modelId="{B1995EBA-7720-48FA-9DA2-84DEC26B251E}" type="presOf" srcId="{E5D5301C-92AA-4081-A7D9-C131DAFCC3A5}" destId="{9E5A2D31-A8FF-4D90-A2A9-7025B9470039}" srcOrd="0" destOrd="3" presId="urn:microsoft.com/office/officeart/2005/8/layout/vList2"/>
    <dgm:cxn modelId="{844691BC-63EB-4F98-B05C-ACDC37CD0482}" srcId="{560E67F8-A458-4E10-A2C4-BCD5A8C8AF29}" destId="{9B12C72F-AF41-4551-BA85-D4C8EA2BD487}" srcOrd="0" destOrd="0" parTransId="{42797E6F-C1F7-4DBC-8BE6-54456F352CC9}" sibTransId="{C6F426CA-BCB8-4622-8157-BB4F319C2FF2}"/>
    <dgm:cxn modelId="{25E3B4C2-F441-411D-9892-13A4E9C39D37}" srcId="{560E67F8-A458-4E10-A2C4-BCD5A8C8AF29}" destId="{F66606F1-FD82-4196-8183-5FB9E28566D2}" srcOrd="1" destOrd="0" parTransId="{FE88CCEF-03A4-40F7-887D-387E66C6C29A}" sibTransId="{53530580-2C30-4540-A9FA-97B17F4B3799}"/>
    <dgm:cxn modelId="{766A64C9-8350-4BA5-A86E-66B34589EFFC}" type="presOf" srcId="{F66606F1-FD82-4196-8183-5FB9E28566D2}" destId="{43318073-FB75-4BC8-A03B-7A6F0D5BEB8F}" srcOrd="0" destOrd="0" presId="urn:microsoft.com/office/officeart/2005/8/layout/vList2"/>
    <dgm:cxn modelId="{478385CA-17FC-4C1C-B427-BF0457CEF4FF}" type="presOf" srcId="{F196620A-5EDE-4C3B-90B4-C4174E870A38}" destId="{9E5A2D31-A8FF-4D90-A2A9-7025B9470039}" srcOrd="0" destOrd="1" presId="urn:microsoft.com/office/officeart/2005/8/layout/vList2"/>
    <dgm:cxn modelId="{72B8C6CE-D6CF-45D2-A0D5-104C7C0B760C}" srcId="{F66606F1-FD82-4196-8183-5FB9E28566D2}" destId="{F2279FD5-144B-401A-B05F-CE0DA9214511}" srcOrd="4" destOrd="0" parTransId="{5F197229-0F4F-4B6A-93C2-16E36F5B411B}" sibTransId="{9908394C-CAA9-4617-96EF-2FA20CF83F45}"/>
    <dgm:cxn modelId="{1C3DA8D9-1593-496C-B953-2CB7705548D3}" type="presOf" srcId="{7C33B08C-B882-48F0-BEAE-C6ADA3B8C635}" destId="{9E5A2D31-A8FF-4D90-A2A9-7025B9470039}" srcOrd="0" destOrd="0" presId="urn:microsoft.com/office/officeart/2005/8/layout/vList2"/>
    <dgm:cxn modelId="{FCCF69DC-F7D0-433D-BB1F-CE78A9E157C3}" type="presOf" srcId="{220CCC8D-B12D-4908-9A3F-C7FB7FA908DD}" destId="{C8CEB6A5-689A-4B45-8DCD-C4B03F9CBEE5}" srcOrd="0" destOrd="0" presId="urn:microsoft.com/office/officeart/2005/8/layout/vList2"/>
    <dgm:cxn modelId="{8A4219F4-35BF-4AF3-9893-1B21248415E9}" srcId="{F66606F1-FD82-4196-8183-5FB9E28566D2}" destId="{E5D5301C-92AA-4081-A7D9-C131DAFCC3A5}" srcOrd="3" destOrd="0" parTransId="{8333822F-71A2-4419-ACB1-BDEDA5C6B667}" sibTransId="{E032C556-3569-4DB6-99D1-E60D899F1198}"/>
    <dgm:cxn modelId="{768BBE67-B8CA-4422-87DA-3588B5DED1A5}" type="presParOf" srcId="{44952B63-295A-4EEE-B815-216C8E571CC7}" destId="{25646256-8873-4798-A8C0-77FCF3976967}" srcOrd="0" destOrd="0" presId="urn:microsoft.com/office/officeart/2005/8/layout/vList2"/>
    <dgm:cxn modelId="{6224B7D4-E22D-400F-8212-4BC784C0B286}" type="presParOf" srcId="{44952B63-295A-4EEE-B815-216C8E571CC7}" destId="{C8CEB6A5-689A-4B45-8DCD-C4B03F9CBEE5}" srcOrd="1" destOrd="0" presId="urn:microsoft.com/office/officeart/2005/8/layout/vList2"/>
    <dgm:cxn modelId="{B7044E29-D022-4BCE-A460-88856257855D}" type="presParOf" srcId="{44952B63-295A-4EEE-B815-216C8E571CC7}" destId="{43318073-FB75-4BC8-A03B-7A6F0D5BEB8F}" srcOrd="2" destOrd="0" presId="urn:microsoft.com/office/officeart/2005/8/layout/vList2"/>
    <dgm:cxn modelId="{E8315AAD-59D9-42BF-A9BF-AFD3027049C1}" type="presParOf" srcId="{44952B63-295A-4EEE-B815-216C8E571CC7}" destId="{9E5A2D31-A8FF-4D90-A2A9-7025B947003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A31511E-0A72-46ED-9507-7287A6BF47AA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078B23D-0246-4E4C-B610-1FD497BE318C}">
      <dgm:prSet custT="1"/>
      <dgm:spPr/>
      <dgm:t>
        <a:bodyPr/>
        <a:lstStyle/>
        <a:p>
          <a:r>
            <a:rPr lang="en-US" sz="2000" dirty="0"/>
            <a:t>Professionals who work with data, research, or document production</a:t>
          </a:r>
        </a:p>
      </dgm:t>
    </dgm:pt>
    <dgm:pt modelId="{EF8AAC9C-2CBD-40EF-B654-68549546EBE9}" type="parTrans" cxnId="{B6823938-1FED-4E5D-8A06-88C69FD108E0}">
      <dgm:prSet/>
      <dgm:spPr/>
      <dgm:t>
        <a:bodyPr/>
        <a:lstStyle/>
        <a:p>
          <a:endParaRPr lang="en-US" sz="2000"/>
        </a:p>
      </dgm:t>
    </dgm:pt>
    <dgm:pt modelId="{03608670-2441-4503-9031-5EF4B5477280}" type="sibTrans" cxnId="{B6823938-1FED-4E5D-8A06-88C69FD108E0}">
      <dgm:prSet/>
      <dgm:spPr/>
      <dgm:t>
        <a:bodyPr/>
        <a:lstStyle/>
        <a:p>
          <a:endParaRPr lang="en-US" sz="2000"/>
        </a:p>
      </dgm:t>
    </dgm:pt>
    <dgm:pt modelId="{CA314979-E19C-47F9-8E32-BB4C333714D6}">
      <dgm:prSet custT="1"/>
      <dgm:spPr/>
      <dgm:t>
        <a:bodyPr/>
        <a:lstStyle/>
        <a:p>
          <a:r>
            <a:rPr lang="en-US" sz="2000" dirty="0"/>
            <a:t>Managers who can articulate a workflow problem clearly</a:t>
          </a:r>
        </a:p>
      </dgm:t>
    </dgm:pt>
    <dgm:pt modelId="{6AB302A7-F621-40A7-92E7-FF4A337F6760}" type="parTrans" cxnId="{4CEFC2D5-E95E-463D-8A5A-03C7A8E1BA37}">
      <dgm:prSet/>
      <dgm:spPr/>
      <dgm:t>
        <a:bodyPr/>
        <a:lstStyle/>
        <a:p>
          <a:endParaRPr lang="en-US" sz="2000"/>
        </a:p>
      </dgm:t>
    </dgm:pt>
    <dgm:pt modelId="{AF69C95A-2598-47B8-B4F7-B2F44866C9A6}" type="sibTrans" cxnId="{4CEFC2D5-E95E-463D-8A5A-03C7A8E1BA37}">
      <dgm:prSet/>
      <dgm:spPr/>
      <dgm:t>
        <a:bodyPr/>
        <a:lstStyle/>
        <a:p>
          <a:endParaRPr lang="en-US" sz="2000"/>
        </a:p>
      </dgm:t>
    </dgm:pt>
    <dgm:pt modelId="{5342DE5F-E5EF-42BC-A4AB-CA648A6AD33F}">
      <dgm:prSet custT="1"/>
      <dgm:spPr/>
      <dgm:t>
        <a:bodyPr/>
        <a:lstStyle/>
        <a:p>
          <a:r>
            <a:rPr lang="en-US" sz="2000"/>
            <a:t>Teams exploring AI adoption who want hands-on understanding, not just vendor briefings</a:t>
          </a:r>
        </a:p>
      </dgm:t>
    </dgm:pt>
    <dgm:pt modelId="{3C6A03D9-FCDF-408C-9DFF-E7FBB3CD4E0A}" type="parTrans" cxnId="{1A39AD43-154F-4665-A484-ECA9F2EB9C64}">
      <dgm:prSet/>
      <dgm:spPr/>
      <dgm:t>
        <a:bodyPr/>
        <a:lstStyle/>
        <a:p>
          <a:endParaRPr lang="en-US" sz="2000"/>
        </a:p>
      </dgm:t>
    </dgm:pt>
    <dgm:pt modelId="{7B180708-B0C9-4101-B0C2-E25ECC4A4A4E}" type="sibTrans" cxnId="{1A39AD43-154F-4665-A484-ECA9F2EB9C64}">
      <dgm:prSet/>
      <dgm:spPr/>
      <dgm:t>
        <a:bodyPr/>
        <a:lstStyle/>
        <a:p>
          <a:endParaRPr lang="en-US" sz="2000"/>
        </a:p>
      </dgm:t>
    </dgm:pt>
    <dgm:pt modelId="{F1713986-7257-41FB-91D8-0F232E661F75}">
      <dgm:prSet custT="1"/>
      <dgm:spPr/>
      <dgm:t>
        <a:bodyPr/>
        <a:lstStyle/>
        <a:p>
          <a:r>
            <a:rPr lang="en-US" sz="2000"/>
            <a:t>Anyone who has said, "I wish there was a tool that could do X."</a:t>
          </a:r>
        </a:p>
      </dgm:t>
    </dgm:pt>
    <dgm:pt modelId="{B22F827C-64A0-4803-B892-1ACF1F659D5D}" type="parTrans" cxnId="{DCF942F0-6A6C-4060-BEF3-2F7F531E047E}">
      <dgm:prSet/>
      <dgm:spPr/>
      <dgm:t>
        <a:bodyPr/>
        <a:lstStyle/>
        <a:p>
          <a:endParaRPr lang="en-US" sz="2000"/>
        </a:p>
      </dgm:t>
    </dgm:pt>
    <dgm:pt modelId="{56ACCE05-071E-4D74-B265-153B2A36EE6B}" type="sibTrans" cxnId="{DCF942F0-6A6C-4060-BEF3-2F7F531E047E}">
      <dgm:prSet/>
      <dgm:spPr/>
      <dgm:t>
        <a:bodyPr/>
        <a:lstStyle/>
        <a:p>
          <a:endParaRPr lang="en-US" sz="2000"/>
        </a:p>
      </dgm:t>
    </dgm:pt>
    <dgm:pt modelId="{62825CB1-2CC7-4DC5-87BF-4CAD8C89D14B}">
      <dgm:prSet custT="1"/>
      <dgm:spPr/>
      <dgm:t>
        <a:bodyPr/>
        <a:lstStyle/>
        <a:p>
          <a:r>
            <a:rPr lang="en-US" sz="2000" b="1" dirty="0"/>
            <a:t>This is not a programming course.</a:t>
          </a:r>
          <a:r>
            <a:rPr lang="en-US" sz="2000" dirty="0"/>
            <a:t> Participants will write code - but the point is not to become developers. The point is to understand, firsthand, what AI agents can and cannot do — and to have built one.</a:t>
          </a:r>
        </a:p>
      </dgm:t>
    </dgm:pt>
    <dgm:pt modelId="{9258480D-0500-4BE2-A481-BCF55B3D2038}" type="parTrans" cxnId="{FFF5082F-FD55-46D5-8AFB-9B46DD99A1A9}">
      <dgm:prSet/>
      <dgm:spPr/>
      <dgm:t>
        <a:bodyPr/>
        <a:lstStyle/>
        <a:p>
          <a:endParaRPr lang="en-US" sz="2000"/>
        </a:p>
      </dgm:t>
    </dgm:pt>
    <dgm:pt modelId="{8A26AFCC-2958-4BA9-B4B8-1C8E8773E6A9}" type="sibTrans" cxnId="{FFF5082F-FD55-46D5-8AFB-9B46DD99A1A9}">
      <dgm:prSet/>
      <dgm:spPr/>
      <dgm:t>
        <a:bodyPr/>
        <a:lstStyle/>
        <a:p>
          <a:endParaRPr lang="en-US" sz="2000"/>
        </a:p>
      </dgm:t>
    </dgm:pt>
    <dgm:pt modelId="{D3107273-B4C2-47AB-A177-E3BD16EDF7D4}" type="pres">
      <dgm:prSet presAssocID="{AA31511E-0A72-46ED-9507-7287A6BF47AA}" presName="vert0" presStyleCnt="0">
        <dgm:presLayoutVars>
          <dgm:dir/>
          <dgm:animOne val="branch"/>
          <dgm:animLvl val="lvl"/>
        </dgm:presLayoutVars>
      </dgm:prSet>
      <dgm:spPr/>
    </dgm:pt>
    <dgm:pt modelId="{0678CDE1-6BD7-4A18-B3B0-40A9BA5A97BF}" type="pres">
      <dgm:prSet presAssocID="{B078B23D-0246-4E4C-B610-1FD497BE318C}" presName="thickLine" presStyleLbl="alignNode1" presStyleIdx="0" presStyleCnt="5"/>
      <dgm:spPr/>
    </dgm:pt>
    <dgm:pt modelId="{04700DC1-4B56-4EFC-A841-584C59A51D2D}" type="pres">
      <dgm:prSet presAssocID="{B078B23D-0246-4E4C-B610-1FD497BE318C}" presName="horz1" presStyleCnt="0"/>
      <dgm:spPr/>
    </dgm:pt>
    <dgm:pt modelId="{2BDFE327-3D1F-4832-BB4E-C78064526853}" type="pres">
      <dgm:prSet presAssocID="{B078B23D-0246-4E4C-B610-1FD497BE318C}" presName="tx1" presStyleLbl="revTx" presStyleIdx="0" presStyleCnt="5"/>
      <dgm:spPr/>
    </dgm:pt>
    <dgm:pt modelId="{D3C2CB3A-AB1F-40AD-B1B4-2EAF7C30FBF1}" type="pres">
      <dgm:prSet presAssocID="{B078B23D-0246-4E4C-B610-1FD497BE318C}" presName="vert1" presStyleCnt="0"/>
      <dgm:spPr/>
    </dgm:pt>
    <dgm:pt modelId="{34F0FB3E-2003-467F-A113-BA766E56A4C7}" type="pres">
      <dgm:prSet presAssocID="{CA314979-E19C-47F9-8E32-BB4C333714D6}" presName="thickLine" presStyleLbl="alignNode1" presStyleIdx="1" presStyleCnt="5"/>
      <dgm:spPr/>
    </dgm:pt>
    <dgm:pt modelId="{5960EA29-CB6E-42E8-AA43-612210E4752B}" type="pres">
      <dgm:prSet presAssocID="{CA314979-E19C-47F9-8E32-BB4C333714D6}" presName="horz1" presStyleCnt="0"/>
      <dgm:spPr/>
    </dgm:pt>
    <dgm:pt modelId="{AED6E359-FB34-43BA-A820-41BCC1B5B93A}" type="pres">
      <dgm:prSet presAssocID="{CA314979-E19C-47F9-8E32-BB4C333714D6}" presName="tx1" presStyleLbl="revTx" presStyleIdx="1" presStyleCnt="5"/>
      <dgm:spPr/>
    </dgm:pt>
    <dgm:pt modelId="{DBF00358-9FF2-4905-9B49-5AA7F96D7F7E}" type="pres">
      <dgm:prSet presAssocID="{CA314979-E19C-47F9-8E32-BB4C333714D6}" presName="vert1" presStyleCnt="0"/>
      <dgm:spPr/>
    </dgm:pt>
    <dgm:pt modelId="{54DFC2A8-FB1B-4264-BDA3-FEAAF19D10DE}" type="pres">
      <dgm:prSet presAssocID="{5342DE5F-E5EF-42BC-A4AB-CA648A6AD33F}" presName="thickLine" presStyleLbl="alignNode1" presStyleIdx="2" presStyleCnt="5"/>
      <dgm:spPr/>
    </dgm:pt>
    <dgm:pt modelId="{934071D7-F831-4409-9E38-F1A5ADD8FA8A}" type="pres">
      <dgm:prSet presAssocID="{5342DE5F-E5EF-42BC-A4AB-CA648A6AD33F}" presName="horz1" presStyleCnt="0"/>
      <dgm:spPr/>
    </dgm:pt>
    <dgm:pt modelId="{CF348CF1-0764-4D83-B1C8-2F49C69BE0D2}" type="pres">
      <dgm:prSet presAssocID="{5342DE5F-E5EF-42BC-A4AB-CA648A6AD33F}" presName="tx1" presStyleLbl="revTx" presStyleIdx="2" presStyleCnt="5"/>
      <dgm:spPr/>
    </dgm:pt>
    <dgm:pt modelId="{932E2873-1849-45E9-9054-74653BFAD110}" type="pres">
      <dgm:prSet presAssocID="{5342DE5F-E5EF-42BC-A4AB-CA648A6AD33F}" presName="vert1" presStyleCnt="0"/>
      <dgm:spPr/>
    </dgm:pt>
    <dgm:pt modelId="{303F56E9-5DEF-4B8E-B1F9-FEACB6EACA9A}" type="pres">
      <dgm:prSet presAssocID="{F1713986-7257-41FB-91D8-0F232E661F75}" presName="thickLine" presStyleLbl="alignNode1" presStyleIdx="3" presStyleCnt="5"/>
      <dgm:spPr/>
    </dgm:pt>
    <dgm:pt modelId="{FDAEABE2-DC1B-4E0C-A539-1B7AEB233889}" type="pres">
      <dgm:prSet presAssocID="{F1713986-7257-41FB-91D8-0F232E661F75}" presName="horz1" presStyleCnt="0"/>
      <dgm:spPr/>
    </dgm:pt>
    <dgm:pt modelId="{F8A88EDA-4DA2-4A5C-8ED2-A7F9EB9A5A91}" type="pres">
      <dgm:prSet presAssocID="{F1713986-7257-41FB-91D8-0F232E661F75}" presName="tx1" presStyleLbl="revTx" presStyleIdx="3" presStyleCnt="5"/>
      <dgm:spPr/>
    </dgm:pt>
    <dgm:pt modelId="{B747ABF3-E3A8-4611-972F-24A2DAAF2BAD}" type="pres">
      <dgm:prSet presAssocID="{F1713986-7257-41FB-91D8-0F232E661F75}" presName="vert1" presStyleCnt="0"/>
      <dgm:spPr/>
    </dgm:pt>
    <dgm:pt modelId="{18F42EA6-E0D8-4FDF-B8DF-7ADFA13CE2CA}" type="pres">
      <dgm:prSet presAssocID="{62825CB1-2CC7-4DC5-87BF-4CAD8C89D14B}" presName="thickLine" presStyleLbl="alignNode1" presStyleIdx="4" presStyleCnt="5"/>
      <dgm:spPr/>
    </dgm:pt>
    <dgm:pt modelId="{BEDA21CB-B624-4DAC-905F-B3B6826B58FE}" type="pres">
      <dgm:prSet presAssocID="{62825CB1-2CC7-4DC5-87BF-4CAD8C89D14B}" presName="horz1" presStyleCnt="0"/>
      <dgm:spPr/>
    </dgm:pt>
    <dgm:pt modelId="{AE87FEB8-C39E-4E9F-8187-C2C7A56F5188}" type="pres">
      <dgm:prSet presAssocID="{62825CB1-2CC7-4DC5-87BF-4CAD8C89D14B}" presName="tx1" presStyleLbl="revTx" presStyleIdx="4" presStyleCnt="5"/>
      <dgm:spPr/>
    </dgm:pt>
    <dgm:pt modelId="{523323CB-62C0-45D4-B7F3-E23F8B82E7FE}" type="pres">
      <dgm:prSet presAssocID="{62825CB1-2CC7-4DC5-87BF-4CAD8C89D14B}" presName="vert1" presStyleCnt="0"/>
      <dgm:spPr/>
    </dgm:pt>
  </dgm:ptLst>
  <dgm:cxnLst>
    <dgm:cxn modelId="{4E6B7305-4BAD-4B18-8251-F841837DB159}" type="presOf" srcId="{AA31511E-0A72-46ED-9507-7287A6BF47AA}" destId="{D3107273-B4C2-47AB-A177-E3BD16EDF7D4}" srcOrd="0" destOrd="0" presId="urn:microsoft.com/office/officeart/2008/layout/LinedList"/>
    <dgm:cxn modelId="{FFF5082F-FD55-46D5-8AFB-9B46DD99A1A9}" srcId="{AA31511E-0A72-46ED-9507-7287A6BF47AA}" destId="{62825CB1-2CC7-4DC5-87BF-4CAD8C89D14B}" srcOrd="4" destOrd="0" parTransId="{9258480D-0500-4BE2-A481-BCF55B3D2038}" sibTransId="{8A26AFCC-2958-4BA9-B4B8-1C8E8773E6A9}"/>
    <dgm:cxn modelId="{1752F636-A569-47C4-90FB-EBD373046E82}" type="presOf" srcId="{F1713986-7257-41FB-91D8-0F232E661F75}" destId="{F8A88EDA-4DA2-4A5C-8ED2-A7F9EB9A5A91}" srcOrd="0" destOrd="0" presId="urn:microsoft.com/office/officeart/2008/layout/LinedList"/>
    <dgm:cxn modelId="{B6823938-1FED-4E5D-8A06-88C69FD108E0}" srcId="{AA31511E-0A72-46ED-9507-7287A6BF47AA}" destId="{B078B23D-0246-4E4C-B610-1FD497BE318C}" srcOrd="0" destOrd="0" parTransId="{EF8AAC9C-2CBD-40EF-B654-68549546EBE9}" sibTransId="{03608670-2441-4503-9031-5EF4B5477280}"/>
    <dgm:cxn modelId="{1A39AD43-154F-4665-A484-ECA9F2EB9C64}" srcId="{AA31511E-0A72-46ED-9507-7287A6BF47AA}" destId="{5342DE5F-E5EF-42BC-A4AB-CA648A6AD33F}" srcOrd="2" destOrd="0" parTransId="{3C6A03D9-FCDF-408C-9DFF-E7FBB3CD4E0A}" sibTransId="{7B180708-B0C9-4101-B0C2-E25ECC4A4A4E}"/>
    <dgm:cxn modelId="{50A02B6B-E98F-4E93-B68F-C8E08054BFB9}" type="presOf" srcId="{CA314979-E19C-47F9-8E32-BB4C333714D6}" destId="{AED6E359-FB34-43BA-A820-41BCC1B5B93A}" srcOrd="0" destOrd="0" presId="urn:microsoft.com/office/officeart/2008/layout/LinedList"/>
    <dgm:cxn modelId="{723C4E6E-1217-43CC-AA23-173EE7CCDD80}" type="presOf" srcId="{5342DE5F-E5EF-42BC-A4AB-CA648A6AD33F}" destId="{CF348CF1-0764-4D83-B1C8-2F49C69BE0D2}" srcOrd="0" destOrd="0" presId="urn:microsoft.com/office/officeart/2008/layout/LinedList"/>
    <dgm:cxn modelId="{15762E9B-9BF8-43EE-B201-3E1F35FFA983}" type="presOf" srcId="{62825CB1-2CC7-4DC5-87BF-4CAD8C89D14B}" destId="{AE87FEB8-C39E-4E9F-8187-C2C7A56F5188}" srcOrd="0" destOrd="0" presId="urn:microsoft.com/office/officeart/2008/layout/LinedList"/>
    <dgm:cxn modelId="{4CEFC2D5-E95E-463D-8A5A-03C7A8E1BA37}" srcId="{AA31511E-0A72-46ED-9507-7287A6BF47AA}" destId="{CA314979-E19C-47F9-8E32-BB4C333714D6}" srcOrd="1" destOrd="0" parTransId="{6AB302A7-F621-40A7-92E7-FF4A337F6760}" sibTransId="{AF69C95A-2598-47B8-B4F7-B2F44866C9A6}"/>
    <dgm:cxn modelId="{E5772CEE-785C-44EB-B3C8-18D37B96F46B}" type="presOf" srcId="{B078B23D-0246-4E4C-B610-1FD497BE318C}" destId="{2BDFE327-3D1F-4832-BB4E-C78064526853}" srcOrd="0" destOrd="0" presId="urn:microsoft.com/office/officeart/2008/layout/LinedList"/>
    <dgm:cxn modelId="{DCF942F0-6A6C-4060-BEF3-2F7F531E047E}" srcId="{AA31511E-0A72-46ED-9507-7287A6BF47AA}" destId="{F1713986-7257-41FB-91D8-0F232E661F75}" srcOrd="3" destOrd="0" parTransId="{B22F827C-64A0-4803-B892-1ACF1F659D5D}" sibTransId="{56ACCE05-071E-4D74-B265-153B2A36EE6B}"/>
    <dgm:cxn modelId="{CED82DFD-74DB-493B-B2DF-60A6A5273A38}" type="presParOf" srcId="{D3107273-B4C2-47AB-A177-E3BD16EDF7D4}" destId="{0678CDE1-6BD7-4A18-B3B0-40A9BA5A97BF}" srcOrd="0" destOrd="0" presId="urn:microsoft.com/office/officeart/2008/layout/LinedList"/>
    <dgm:cxn modelId="{B311C8CD-7D76-4FFB-AB55-6BE400DAA69A}" type="presParOf" srcId="{D3107273-B4C2-47AB-A177-E3BD16EDF7D4}" destId="{04700DC1-4B56-4EFC-A841-584C59A51D2D}" srcOrd="1" destOrd="0" presId="urn:microsoft.com/office/officeart/2008/layout/LinedList"/>
    <dgm:cxn modelId="{F0DE7C46-4DD3-4E5E-9A9D-DDDF00BF18EB}" type="presParOf" srcId="{04700DC1-4B56-4EFC-A841-584C59A51D2D}" destId="{2BDFE327-3D1F-4832-BB4E-C78064526853}" srcOrd="0" destOrd="0" presId="urn:microsoft.com/office/officeart/2008/layout/LinedList"/>
    <dgm:cxn modelId="{B85B7371-03C4-4E1F-8C66-257A09B3EDEC}" type="presParOf" srcId="{04700DC1-4B56-4EFC-A841-584C59A51D2D}" destId="{D3C2CB3A-AB1F-40AD-B1B4-2EAF7C30FBF1}" srcOrd="1" destOrd="0" presId="urn:microsoft.com/office/officeart/2008/layout/LinedList"/>
    <dgm:cxn modelId="{850C0040-A322-4871-A218-EC871176B257}" type="presParOf" srcId="{D3107273-B4C2-47AB-A177-E3BD16EDF7D4}" destId="{34F0FB3E-2003-467F-A113-BA766E56A4C7}" srcOrd="2" destOrd="0" presId="urn:microsoft.com/office/officeart/2008/layout/LinedList"/>
    <dgm:cxn modelId="{BEF2A3D0-DC9A-483C-8EDD-60B6F578F551}" type="presParOf" srcId="{D3107273-B4C2-47AB-A177-E3BD16EDF7D4}" destId="{5960EA29-CB6E-42E8-AA43-612210E4752B}" srcOrd="3" destOrd="0" presId="urn:microsoft.com/office/officeart/2008/layout/LinedList"/>
    <dgm:cxn modelId="{E7F80EF5-C4BC-48AE-AF45-629097FF378A}" type="presParOf" srcId="{5960EA29-CB6E-42E8-AA43-612210E4752B}" destId="{AED6E359-FB34-43BA-A820-41BCC1B5B93A}" srcOrd="0" destOrd="0" presId="urn:microsoft.com/office/officeart/2008/layout/LinedList"/>
    <dgm:cxn modelId="{B855B303-650F-49AE-A0B1-B2C42DA245DA}" type="presParOf" srcId="{5960EA29-CB6E-42E8-AA43-612210E4752B}" destId="{DBF00358-9FF2-4905-9B49-5AA7F96D7F7E}" srcOrd="1" destOrd="0" presId="urn:microsoft.com/office/officeart/2008/layout/LinedList"/>
    <dgm:cxn modelId="{D9C09DB2-8603-417A-869E-C361244348F9}" type="presParOf" srcId="{D3107273-B4C2-47AB-A177-E3BD16EDF7D4}" destId="{54DFC2A8-FB1B-4264-BDA3-FEAAF19D10DE}" srcOrd="4" destOrd="0" presId="urn:microsoft.com/office/officeart/2008/layout/LinedList"/>
    <dgm:cxn modelId="{5E30E5E1-1260-4D0C-BFE0-F531C0A97773}" type="presParOf" srcId="{D3107273-B4C2-47AB-A177-E3BD16EDF7D4}" destId="{934071D7-F831-4409-9E38-F1A5ADD8FA8A}" srcOrd="5" destOrd="0" presId="urn:microsoft.com/office/officeart/2008/layout/LinedList"/>
    <dgm:cxn modelId="{59AD1AA0-3B32-4217-AB46-A10B30628FDD}" type="presParOf" srcId="{934071D7-F831-4409-9E38-F1A5ADD8FA8A}" destId="{CF348CF1-0764-4D83-B1C8-2F49C69BE0D2}" srcOrd="0" destOrd="0" presId="urn:microsoft.com/office/officeart/2008/layout/LinedList"/>
    <dgm:cxn modelId="{84671D32-E455-4B7F-913F-76913DBAC862}" type="presParOf" srcId="{934071D7-F831-4409-9E38-F1A5ADD8FA8A}" destId="{932E2873-1849-45E9-9054-74653BFAD110}" srcOrd="1" destOrd="0" presId="urn:microsoft.com/office/officeart/2008/layout/LinedList"/>
    <dgm:cxn modelId="{30865940-F8F6-4CD4-BAB1-EFBF44E21C1E}" type="presParOf" srcId="{D3107273-B4C2-47AB-A177-E3BD16EDF7D4}" destId="{303F56E9-5DEF-4B8E-B1F9-FEACB6EACA9A}" srcOrd="6" destOrd="0" presId="urn:microsoft.com/office/officeart/2008/layout/LinedList"/>
    <dgm:cxn modelId="{6806460A-C882-4103-8140-FB6913F98E30}" type="presParOf" srcId="{D3107273-B4C2-47AB-A177-E3BD16EDF7D4}" destId="{FDAEABE2-DC1B-4E0C-A539-1B7AEB233889}" srcOrd="7" destOrd="0" presId="urn:microsoft.com/office/officeart/2008/layout/LinedList"/>
    <dgm:cxn modelId="{64E3C0B2-B9DF-4916-ACEA-10D1D536A49F}" type="presParOf" srcId="{FDAEABE2-DC1B-4E0C-A539-1B7AEB233889}" destId="{F8A88EDA-4DA2-4A5C-8ED2-A7F9EB9A5A91}" srcOrd="0" destOrd="0" presId="urn:microsoft.com/office/officeart/2008/layout/LinedList"/>
    <dgm:cxn modelId="{95327336-BAD8-46CF-81B1-B2CFCA676A42}" type="presParOf" srcId="{FDAEABE2-DC1B-4E0C-A539-1B7AEB233889}" destId="{B747ABF3-E3A8-4611-972F-24A2DAAF2BAD}" srcOrd="1" destOrd="0" presId="urn:microsoft.com/office/officeart/2008/layout/LinedList"/>
    <dgm:cxn modelId="{67D99574-F91B-4DBE-A77A-C68CD533830E}" type="presParOf" srcId="{D3107273-B4C2-47AB-A177-E3BD16EDF7D4}" destId="{18F42EA6-E0D8-4FDF-B8DF-7ADFA13CE2CA}" srcOrd="8" destOrd="0" presId="urn:microsoft.com/office/officeart/2008/layout/LinedList"/>
    <dgm:cxn modelId="{EFEBD759-B7E8-4057-AC09-17A413583F8F}" type="presParOf" srcId="{D3107273-B4C2-47AB-A177-E3BD16EDF7D4}" destId="{BEDA21CB-B624-4DAC-905F-B3B6826B58FE}" srcOrd="9" destOrd="0" presId="urn:microsoft.com/office/officeart/2008/layout/LinedList"/>
    <dgm:cxn modelId="{14AF010E-93DA-4CDC-A17C-6FCF45236B1F}" type="presParOf" srcId="{BEDA21CB-B624-4DAC-905F-B3B6826B58FE}" destId="{AE87FEB8-C39E-4E9F-8187-C2C7A56F5188}" srcOrd="0" destOrd="0" presId="urn:microsoft.com/office/officeart/2008/layout/LinedList"/>
    <dgm:cxn modelId="{3248FD9B-E0DA-4D31-B61D-3BB06E520884}" type="presParOf" srcId="{BEDA21CB-B624-4DAC-905F-B3B6826B58FE}" destId="{523323CB-62C0-45D4-B7F3-E23F8B82E7F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4B9EC40-B155-4B06-A585-519BCB1E26F1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4504303-4D62-4E4F-97F9-ADF11ACC9D50}">
      <dgm:prSet/>
      <dgm:spPr/>
      <dgm:t>
        <a:bodyPr/>
        <a:lstStyle/>
        <a:p>
          <a:r>
            <a:rPr lang="en-US"/>
            <a:t>A </a:t>
          </a:r>
          <a:r>
            <a:rPr lang="en-US" b="1"/>
            <a:t>working application</a:t>
          </a:r>
          <a:r>
            <a:rPr lang="en-US"/>
            <a:t> deployed on the public internet - theirs to keep, modify, and demonstrate</a:t>
          </a:r>
        </a:p>
      </dgm:t>
    </dgm:pt>
    <dgm:pt modelId="{24BD06C7-2CFB-4155-9F41-1F678ECA9C32}" type="parTrans" cxnId="{DF4F21C3-A905-42F6-94C3-C5CA5C2AB7C1}">
      <dgm:prSet/>
      <dgm:spPr/>
      <dgm:t>
        <a:bodyPr/>
        <a:lstStyle/>
        <a:p>
          <a:endParaRPr lang="en-US"/>
        </a:p>
      </dgm:t>
    </dgm:pt>
    <dgm:pt modelId="{A9356655-2BF2-495E-A62A-176C19292A62}" type="sibTrans" cxnId="{DF4F21C3-A905-42F6-94C3-C5CA5C2AB7C1}">
      <dgm:prSet/>
      <dgm:spPr/>
      <dgm:t>
        <a:bodyPr/>
        <a:lstStyle/>
        <a:p>
          <a:endParaRPr lang="en-US"/>
        </a:p>
      </dgm:t>
    </dgm:pt>
    <dgm:pt modelId="{0C6CEDF3-57C2-45F7-9F33-0E6EEEFCBEA2}">
      <dgm:prSet/>
      <dgm:spPr/>
      <dgm:t>
        <a:bodyPr/>
        <a:lstStyle/>
        <a:p>
          <a:r>
            <a:rPr lang="en-US"/>
            <a:t>A </a:t>
          </a:r>
          <a:r>
            <a:rPr lang="en-US" b="1"/>
            <a:t>mental model</a:t>
          </a:r>
          <a:r>
            <a:rPr lang="en-US"/>
            <a:t> for how AI agents work that no vendor briefing can provide</a:t>
          </a:r>
        </a:p>
      </dgm:t>
    </dgm:pt>
    <dgm:pt modelId="{BD617912-3093-44B4-90D9-40A2FF65BF29}" type="parTrans" cxnId="{4EE87A68-678E-467D-8C97-A24E7E9558F6}">
      <dgm:prSet/>
      <dgm:spPr/>
      <dgm:t>
        <a:bodyPr/>
        <a:lstStyle/>
        <a:p>
          <a:endParaRPr lang="en-US"/>
        </a:p>
      </dgm:t>
    </dgm:pt>
    <dgm:pt modelId="{F5FCF320-BF42-400B-B3EB-550BF2F7219F}" type="sibTrans" cxnId="{4EE87A68-678E-467D-8C97-A24E7E9558F6}">
      <dgm:prSet/>
      <dgm:spPr/>
      <dgm:t>
        <a:bodyPr/>
        <a:lstStyle/>
        <a:p>
          <a:endParaRPr lang="en-US"/>
        </a:p>
      </dgm:t>
    </dgm:pt>
    <dgm:pt modelId="{D28BD4B4-2825-4748-9F72-974E803A6214}">
      <dgm:prSet/>
      <dgm:spPr/>
      <dgm:t>
        <a:bodyPr/>
        <a:lstStyle/>
        <a:p>
          <a:r>
            <a:rPr lang="en-US" b="1"/>
            <a:t>Hands-on experience</a:t>
          </a:r>
          <a:r>
            <a:rPr lang="en-US"/>
            <a:t> with the tools that are reshaping knowledge work</a:t>
          </a:r>
        </a:p>
      </dgm:t>
    </dgm:pt>
    <dgm:pt modelId="{25643341-11C6-4683-B62E-472E13299B63}" type="parTrans" cxnId="{60D7B594-0905-4432-A3C3-4C29A7F96404}">
      <dgm:prSet/>
      <dgm:spPr/>
      <dgm:t>
        <a:bodyPr/>
        <a:lstStyle/>
        <a:p>
          <a:endParaRPr lang="en-US"/>
        </a:p>
      </dgm:t>
    </dgm:pt>
    <dgm:pt modelId="{F66D4E0E-DA82-47C4-A704-861483DE52FF}" type="sibTrans" cxnId="{60D7B594-0905-4432-A3C3-4C29A7F96404}">
      <dgm:prSet/>
      <dgm:spPr/>
      <dgm:t>
        <a:bodyPr/>
        <a:lstStyle/>
        <a:p>
          <a:endParaRPr lang="en-US"/>
        </a:p>
      </dgm:t>
    </dgm:pt>
    <dgm:pt modelId="{D41AE840-291F-452F-B583-D249FC84EAA3}">
      <dgm:prSet/>
      <dgm:spPr/>
      <dgm:t>
        <a:bodyPr/>
        <a:lstStyle/>
        <a:p>
          <a:r>
            <a:rPr lang="en-US"/>
            <a:t>A </a:t>
          </a:r>
          <a:r>
            <a:rPr lang="en-US" b="1"/>
            <a:t>prompt engineering intuition</a:t>
          </a:r>
          <a:r>
            <a:rPr lang="en-US"/>
            <a:t> - the understanding that the quality of AI output is in the hands of the person giving instructions</a:t>
          </a:r>
        </a:p>
      </dgm:t>
    </dgm:pt>
    <dgm:pt modelId="{34C1C428-DE87-4AF1-94E9-1C17DB6E618C}" type="parTrans" cxnId="{9F62E4AD-0E4B-4ED8-9AE8-8BFE699407B9}">
      <dgm:prSet/>
      <dgm:spPr/>
      <dgm:t>
        <a:bodyPr/>
        <a:lstStyle/>
        <a:p>
          <a:endParaRPr lang="en-US"/>
        </a:p>
      </dgm:t>
    </dgm:pt>
    <dgm:pt modelId="{F8F09CB3-3505-4963-A00F-49CA6F81CB6C}" type="sibTrans" cxnId="{9F62E4AD-0E4B-4ED8-9AE8-8BFE699407B9}">
      <dgm:prSet/>
      <dgm:spPr/>
      <dgm:t>
        <a:bodyPr/>
        <a:lstStyle/>
        <a:p>
          <a:endParaRPr lang="en-US"/>
        </a:p>
      </dgm:t>
    </dgm:pt>
    <dgm:pt modelId="{D79A7416-814A-44EA-AD10-CA243FED198F}">
      <dgm:prSet/>
      <dgm:spPr/>
      <dgm:t>
        <a:bodyPr/>
        <a:lstStyle/>
        <a:p>
          <a:r>
            <a:rPr lang="en-US"/>
            <a:t>The </a:t>
          </a:r>
          <a:r>
            <a:rPr lang="en-US" b="1"/>
            <a:t>confidence</a:t>
          </a:r>
          <a:r>
            <a:rPr lang="en-US"/>
            <a:t> to say: "</a:t>
          </a:r>
          <a:r>
            <a:rPr lang="en-US" i="1"/>
            <a:t>We could build an agent for that</a:t>
          </a:r>
          <a:r>
            <a:rPr lang="en-US"/>
            <a:t>.“</a:t>
          </a:r>
        </a:p>
      </dgm:t>
    </dgm:pt>
    <dgm:pt modelId="{9A6D4A60-FB3F-49AB-B750-7B4B8815DD0E}" type="parTrans" cxnId="{35AED333-2B50-450C-8FA8-1A55E54E1870}">
      <dgm:prSet/>
      <dgm:spPr/>
      <dgm:t>
        <a:bodyPr/>
        <a:lstStyle/>
        <a:p>
          <a:endParaRPr lang="en-US"/>
        </a:p>
      </dgm:t>
    </dgm:pt>
    <dgm:pt modelId="{2CBFDA95-DEB7-4F1E-987C-0521685116F7}" type="sibTrans" cxnId="{35AED333-2B50-450C-8FA8-1A55E54E1870}">
      <dgm:prSet/>
      <dgm:spPr/>
      <dgm:t>
        <a:bodyPr/>
        <a:lstStyle/>
        <a:p>
          <a:endParaRPr lang="en-US"/>
        </a:p>
      </dgm:t>
    </dgm:pt>
    <dgm:pt modelId="{0B36F3C0-A70C-47F9-82C1-0B8D0D98488A}" type="pres">
      <dgm:prSet presAssocID="{C4B9EC40-B155-4B06-A585-519BCB1E26F1}" presName="vert0" presStyleCnt="0">
        <dgm:presLayoutVars>
          <dgm:dir/>
          <dgm:animOne val="branch"/>
          <dgm:animLvl val="lvl"/>
        </dgm:presLayoutVars>
      </dgm:prSet>
      <dgm:spPr/>
    </dgm:pt>
    <dgm:pt modelId="{DA6923FE-5BF3-4D0A-9F1E-C3B87E1A2C3E}" type="pres">
      <dgm:prSet presAssocID="{D4504303-4D62-4E4F-97F9-ADF11ACC9D50}" presName="thickLine" presStyleLbl="alignNode1" presStyleIdx="0" presStyleCnt="5"/>
      <dgm:spPr/>
    </dgm:pt>
    <dgm:pt modelId="{82ECCCE4-DFE4-432C-A1E8-9AD140BC012D}" type="pres">
      <dgm:prSet presAssocID="{D4504303-4D62-4E4F-97F9-ADF11ACC9D50}" presName="horz1" presStyleCnt="0"/>
      <dgm:spPr/>
    </dgm:pt>
    <dgm:pt modelId="{C744EBFD-56C7-4A6A-85DC-3B6F1980BBAA}" type="pres">
      <dgm:prSet presAssocID="{D4504303-4D62-4E4F-97F9-ADF11ACC9D50}" presName="tx1" presStyleLbl="revTx" presStyleIdx="0" presStyleCnt="5"/>
      <dgm:spPr/>
    </dgm:pt>
    <dgm:pt modelId="{5EE450A1-4FC8-4C7F-ACE8-30813B8F838E}" type="pres">
      <dgm:prSet presAssocID="{D4504303-4D62-4E4F-97F9-ADF11ACC9D50}" presName="vert1" presStyleCnt="0"/>
      <dgm:spPr/>
    </dgm:pt>
    <dgm:pt modelId="{6560E87F-0414-4AA8-8B3D-6BA60E5D3875}" type="pres">
      <dgm:prSet presAssocID="{0C6CEDF3-57C2-45F7-9F33-0E6EEEFCBEA2}" presName="thickLine" presStyleLbl="alignNode1" presStyleIdx="1" presStyleCnt="5"/>
      <dgm:spPr/>
    </dgm:pt>
    <dgm:pt modelId="{7C9D1513-9120-4805-9CE6-28D233075799}" type="pres">
      <dgm:prSet presAssocID="{0C6CEDF3-57C2-45F7-9F33-0E6EEEFCBEA2}" presName="horz1" presStyleCnt="0"/>
      <dgm:spPr/>
    </dgm:pt>
    <dgm:pt modelId="{959C679C-B877-44E1-BDAE-AE7AC8268D84}" type="pres">
      <dgm:prSet presAssocID="{0C6CEDF3-57C2-45F7-9F33-0E6EEEFCBEA2}" presName="tx1" presStyleLbl="revTx" presStyleIdx="1" presStyleCnt="5"/>
      <dgm:spPr/>
    </dgm:pt>
    <dgm:pt modelId="{22842484-928A-48A8-93C5-2FE3F5CEF4E3}" type="pres">
      <dgm:prSet presAssocID="{0C6CEDF3-57C2-45F7-9F33-0E6EEEFCBEA2}" presName="vert1" presStyleCnt="0"/>
      <dgm:spPr/>
    </dgm:pt>
    <dgm:pt modelId="{B996B204-2971-4E65-8EF5-41E6A8EB8BBF}" type="pres">
      <dgm:prSet presAssocID="{D28BD4B4-2825-4748-9F72-974E803A6214}" presName="thickLine" presStyleLbl="alignNode1" presStyleIdx="2" presStyleCnt="5"/>
      <dgm:spPr/>
    </dgm:pt>
    <dgm:pt modelId="{026B3A89-28BF-41D5-B202-EA3A6303BACF}" type="pres">
      <dgm:prSet presAssocID="{D28BD4B4-2825-4748-9F72-974E803A6214}" presName="horz1" presStyleCnt="0"/>
      <dgm:spPr/>
    </dgm:pt>
    <dgm:pt modelId="{2064AD3B-18B3-4D7C-BC6B-15417C5E39D3}" type="pres">
      <dgm:prSet presAssocID="{D28BD4B4-2825-4748-9F72-974E803A6214}" presName="tx1" presStyleLbl="revTx" presStyleIdx="2" presStyleCnt="5"/>
      <dgm:spPr/>
    </dgm:pt>
    <dgm:pt modelId="{9AB2DC32-0D66-454B-9B67-26B5E750CB47}" type="pres">
      <dgm:prSet presAssocID="{D28BD4B4-2825-4748-9F72-974E803A6214}" presName="vert1" presStyleCnt="0"/>
      <dgm:spPr/>
    </dgm:pt>
    <dgm:pt modelId="{84A71871-EA19-4729-8F60-AD9F60DB7C74}" type="pres">
      <dgm:prSet presAssocID="{D41AE840-291F-452F-B583-D249FC84EAA3}" presName="thickLine" presStyleLbl="alignNode1" presStyleIdx="3" presStyleCnt="5"/>
      <dgm:spPr/>
    </dgm:pt>
    <dgm:pt modelId="{B48AB16C-9705-4B80-8735-6EA33872FD27}" type="pres">
      <dgm:prSet presAssocID="{D41AE840-291F-452F-B583-D249FC84EAA3}" presName="horz1" presStyleCnt="0"/>
      <dgm:spPr/>
    </dgm:pt>
    <dgm:pt modelId="{639990AD-31C1-4A2B-AE1B-F9165053A585}" type="pres">
      <dgm:prSet presAssocID="{D41AE840-291F-452F-B583-D249FC84EAA3}" presName="tx1" presStyleLbl="revTx" presStyleIdx="3" presStyleCnt="5"/>
      <dgm:spPr/>
    </dgm:pt>
    <dgm:pt modelId="{5B189294-3401-4129-A34E-4D67220C3744}" type="pres">
      <dgm:prSet presAssocID="{D41AE840-291F-452F-B583-D249FC84EAA3}" presName="vert1" presStyleCnt="0"/>
      <dgm:spPr/>
    </dgm:pt>
    <dgm:pt modelId="{1A217228-3F81-47EC-B15D-6BE901EB1FBE}" type="pres">
      <dgm:prSet presAssocID="{D79A7416-814A-44EA-AD10-CA243FED198F}" presName="thickLine" presStyleLbl="alignNode1" presStyleIdx="4" presStyleCnt="5"/>
      <dgm:spPr/>
    </dgm:pt>
    <dgm:pt modelId="{A3E0E431-54DE-4957-9665-F57FCF69F1E6}" type="pres">
      <dgm:prSet presAssocID="{D79A7416-814A-44EA-AD10-CA243FED198F}" presName="horz1" presStyleCnt="0"/>
      <dgm:spPr/>
    </dgm:pt>
    <dgm:pt modelId="{8C18435B-BF0D-4254-9CA5-2FEE11728EF1}" type="pres">
      <dgm:prSet presAssocID="{D79A7416-814A-44EA-AD10-CA243FED198F}" presName="tx1" presStyleLbl="revTx" presStyleIdx="4" presStyleCnt="5"/>
      <dgm:spPr/>
    </dgm:pt>
    <dgm:pt modelId="{1A6AE893-7825-42A7-A8BF-D27EB7D1A7D4}" type="pres">
      <dgm:prSet presAssocID="{D79A7416-814A-44EA-AD10-CA243FED198F}" presName="vert1" presStyleCnt="0"/>
      <dgm:spPr/>
    </dgm:pt>
  </dgm:ptLst>
  <dgm:cxnLst>
    <dgm:cxn modelId="{DEB46E2F-B91D-4137-B33A-C87D6B45932A}" type="presOf" srcId="{0C6CEDF3-57C2-45F7-9F33-0E6EEEFCBEA2}" destId="{959C679C-B877-44E1-BDAE-AE7AC8268D84}" srcOrd="0" destOrd="0" presId="urn:microsoft.com/office/officeart/2008/layout/LinedList"/>
    <dgm:cxn modelId="{35AED333-2B50-450C-8FA8-1A55E54E1870}" srcId="{C4B9EC40-B155-4B06-A585-519BCB1E26F1}" destId="{D79A7416-814A-44EA-AD10-CA243FED198F}" srcOrd="4" destOrd="0" parTransId="{9A6D4A60-FB3F-49AB-B750-7B4B8815DD0E}" sibTransId="{2CBFDA95-DEB7-4F1E-987C-0521685116F7}"/>
    <dgm:cxn modelId="{DAD1D05B-915A-41D5-BC70-EBAB70CFEF87}" type="presOf" srcId="{D79A7416-814A-44EA-AD10-CA243FED198F}" destId="{8C18435B-BF0D-4254-9CA5-2FEE11728EF1}" srcOrd="0" destOrd="0" presId="urn:microsoft.com/office/officeart/2008/layout/LinedList"/>
    <dgm:cxn modelId="{4EE87A68-678E-467D-8C97-A24E7E9558F6}" srcId="{C4B9EC40-B155-4B06-A585-519BCB1E26F1}" destId="{0C6CEDF3-57C2-45F7-9F33-0E6EEEFCBEA2}" srcOrd="1" destOrd="0" parTransId="{BD617912-3093-44B4-90D9-40A2FF65BF29}" sibTransId="{F5FCF320-BF42-400B-B3EB-550BF2F7219F}"/>
    <dgm:cxn modelId="{D41E9B58-3355-429D-B942-7CE662FFD46D}" type="presOf" srcId="{D41AE840-291F-452F-B583-D249FC84EAA3}" destId="{639990AD-31C1-4A2B-AE1B-F9165053A585}" srcOrd="0" destOrd="0" presId="urn:microsoft.com/office/officeart/2008/layout/LinedList"/>
    <dgm:cxn modelId="{8D03148B-3236-44F7-893B-3BC039F132DA}" type="presOf" srcId="{C4B9EC40-B155-4B06-A585-519BCB1E26F1}" destId="{0B36F3C0-A70C-47F9-82C1-0B8D0D98488A}" srcOrd="0" destOrd="0" presId="urn:microsoft.com/office/officeart/2008/layout/LinedList"/>
    <dgm:cxn modelId="{60D7B594-0905-4432-A3C3-4C29A7F96404}" srcId="{C4B9EC40-B155-4B06-A585-519BCB1E26F1}" destId="{D28BD4B4-2825-4748-9F72-974E803A6214}" srcOrd="2" destOrd="0" parTransId="{25643341-11C6-4683-B62E-472E13299B63}" sibTransId="{F66D4E0E-DA82-47C4-A704-861483DE52FF}"/>
    <dgm:cxn modelId="{1E57D1A8-F9A3-4AA7-9515-61F1983705DE}" type="presOf" srcId="{D28BD4B4-2825-4748-9F72-974E803A6214}" destId="{2064AD3B-18B3-4D7C-BC6B-15417C5E39D3}" srcOrd="0" destOrd="0" presId="urn:microsoft.com/office/officeart/2008/layout/LinedList"/>
    <dgm:cxn modelId="{9F62E4AD-0E4B-4ED8-9AE8-8BFE699407B9}" srcId="{C4B9EC40-B155-4B06-A585-519BCB1E26F1}" destId="{D41AE840-291F-452F-B583-D249FC84EAA3}" srcOrd="3" destOrd="0" parTransId="{34C1C428-DE87-4AF1-94E9-1C17DB6E618C}" sibTransId="{F8F09CB3-3505-4963-A00F-49CA6F81CB6C}"/>
    <dgm:cxn modelId="{DF4F21C3-A905-42F6-94C3-C5CA5C2AB7C1}" srcId="{C4B9EC40-B155-4B06-A585-519BCB1E26F1}" destId="{D4504303-4D62-4E4F-97F9-ADF11ACC9D50}" srcOrd="0" destOrd="0" parTransId="{24BD06C7-2CFB-4155-9F41-1F678ECA9C32}" sibTransId="{A9356655-2BF2-495E-A62A-176C19292A62}"/>
    <dgm:cxn modelId="{E01093D5-C415-4B40-AA6B-4E44895D53E3}" type="presOf" srcId="{D4504303-4D62-4E4F-97F9-ADF11ACC9D50}" destId="{C744EBFD-56C7-4A6A-85DC-3B6F1980BBAA}" srcOrd="0" destOrd="0" presId="urn:microsoft.com/office/officeart/2008/layout/LinedList"/>
    <dgm:cxn modelId="{19B46E16-99E5-45E5-8EAB-AD33453F8ED9}" type="presParOf" srcId="{0B36F3C0-A70C-47F9-82C1-0B8D0D98488A}" destId="{DA6923FE-5BF3-4D0A-9F1E-C3B87E1A2C3E}" srcOrd="0" destOrd="0" presId="urn:microsoft.com/office/officeart/2008/layout/LinedList"/>
    <dgm:cxn modelId="{D6B5F0D5-98BF-4A18-B59C-23DB5AF692C6}" type="presParOf" srcId="{0B36F3C0-A70C-47F9-82C1-0B8D0D98488A}" destId="{82ECCCE4-DFE4-432C-A1E8-9AD140BC012D}" srcOrd="1" destOrd="0" presId="urn:microsoft.com/office/officeart/2008/layout/LinedList"/>
    <dgm:cxn modelId="{DFE5BFBA-C872-4EDB-8083-8DCD9260F0CC}" type="presParOf" srcId="{82ECCCE4-DFE4-432C-A1E8-9AD140BC012D}" destId="{C744EBFD-56C7-4A6A-85DC-3B6F1980BBAA}" srcOrd="0" destOrd="0" presId="urn:microsoft.com/office/officeart/2008/layout/LinedList"/>
    <dgm:cxn modelId="{6F6D6BE4-05CE-4D0D-8F91-5AE23E2D35F4}" type="presParOf" srcId="{82ECCCE4-DFE4-432C-A1E8-9AD140BC012D}" destId="{5EE450A1-4FC8-4C7F-ACE8-30813B8F838E}" srcOrd="1" destOrd="0" presId="urn:microsoft.com/office/officeart/2008/layout/LinedList"/>
    <dgm:cxn modelId="{014833D3-B4B7-41B7-A491-EF7E1F35A719}" type="presParOf" srcId="{0B36F3C0-A70C-47F9-82C1-0B8D0D98488A}" destId="{6560E87F-0414-4AA8-8B3D-6BA60E5D3875}" srcOrd="2" destOrd="0" presId="urn:microsoft.com/office/officeart/2008/layout/LinedList"/>
    <dgm:cxn modelId="{5B74C13D-3A97-47F5-9069-19082CAD0FDC}" type="presParOf" srcId="{0B36F3C0-A70C-47F9-82C1-0B8D0D98488A}" destId="{7C9D1513-9120-4805-9CE6-28D233075799}" srcOrd="3" destOrd="0" presId="urn:microsoft.com/office/officeart/2008/layout/LinedList"/>
    <dgm:cxn modelId="{8917CC8C-EA2D-40C3-AC4F-ADBB66442F19}" type="presParOf" srcId="{7C9D1513-9120-4805-9CE6-28D233075799}" destId="{959C679C-B877-44E1-BDAE-AE7AC8268D84}" srcOrd="0" destOrd="0" presId="urn:microsoft.com/office/officeart/2008/layout/LinedList"/>
    <dgm:cxn modelId="{B2CE7F58-BCA1-4E51-B9A0-57DE3F07AF53}" type="presParOf" srcId="{7C9D1513-9120-4805-9CE6-28D233075799}" destId="{22842484-928A-48A8-93C5-2FE3F5CEF4E3}" srcOrd="1" destOrd="0" presId="urn:microsoft.com/office/officeart/2008/layout/LinedList"/>
    <dgm:cxn modelId="{80BC4AFB-F99A-4D55-A775-F526E755D2A8}" type="presParOf" srcId="{0B36F3C0-A70C-47F9-82C1-0B8D0D98488A}" destId="{B996B204-2971-4E65-8EF5-41E6A8EB8BBF}" srcOrd="4" destOrd="0" presId="urn:microsoft.com/office/officeart/2008/layout/LinedList"/>
    <dgm:cxn modelId="{3FF590F3-D5ED-4551-8A95-F9E9615AF1C7}" type="presParOf" srcId="{0B36F3C0-A70C-47F9-82C1-0B8D0D98488A}" destId="{026B3A89-28BF-41D5-B202-EA3A6303BACF}" srcOrd="5" destOrd="0" presId="urn:microsoft.com/office/officeart/2008/layout/LinedList"/>
    <dgm:cxn modelId="{E61F7A76-211A-4D1A-8310-9BD62291D966}" type="presParOf" srcId="{026B3A89-28BF-41D5-B202-EA3A6303BACF}" destId="{2064AD3B-18B3-4D7C-BC6B-15417C5E39D3}" srcOrd="0" destOrd="0" presId="urn:microsoft.com/office/officeart/2008/layout/LinedList"/>
    <dgm:cxn modelId="{BE726E7A-5405-4755-85B6-E28A6829D953}" type="presParOf" srcId="{026B3A89-28BF-41D5-B202-EA3A6303BACF}" destId="{9AB2DC32-0D66-454B-9B67-26B5E750CB47}" srcOrd="1" destOrd="0" presId="urn:microsoft.com/office/officeart/2008/layout/LinedList"/>
    <dgm:cxn modelId="{5E09BA48-5A08-4732-B75D-2B544E9CB446}" type="presParOf" srcId="{0B36F3C0-A70C-47F9-82C1-0B8D0D98488A}" destId="{84A71871-EA19-4729-8F60-AD9F60DB7C74}" srcOrd="6" destOrd="0" presId="urn:microsoft.com/office/officeart/2008/layout/LinedList"/>
    <dgm:cxn modelId="{1C0AE2FB-9EAA-4CC7-90FA-592355602EAE}" type="presParOf" srcId="{0B36F3C0-A70C-47F9-82C1-0B8D0D98488A}" destId="{B48AB16C-9705-4B80-8735-6EA33872FD27}" srcOrd="7" destOrd="0" presId="urn:microsoft.com/office/officeart/2008/layout/LinedList"/>
    <dgm:cxn modelId="{7D6AC186-48A5-4C15-8F63-60E62E83D845}" type="presParOf" srcId="{B48AB16C-9705-4B80-8735-6EA33872FD27}" destId="{639990AD-31C1-4A2B-AE1B-F9165053A585}" srcOrd="0" destOrd="0" presId="urn:microsoft.com/office/officeart/2008/layout/LinedList"/>
    <dgm:cxn modelId="{24D937D0-F8BE-4830-BCE7-589E9ACAFEDF}" type="presParOf" srcId="{B48AB16C-9705-4B80-8735-6EA33872FD27}" destId="{5B189294-3401-4129-A34E-4D67220C3744}" srcOrd="1" destOrd="0" presId="urn:microsoft.com/office/officeart/2008/layout/LinedList"/>
    <dgm:cxn modelId="{29BFB20E-F440-4075-B51B-B01D0F7467D2}" type="presParOf" srcId="{0B36F3C0-A70C-47F9-82C1-0B8D0D98488A}" destId="{1A217228-3F81-47EC-B15D-6BE901EB1FBE}" srcOrd="8" destOrd="0" presId="urn:microsoft.com/office/officeart/2008/layout/LinedList"/>
    <dgm:cxn modelId="{B1A612E9-789A-4BC7-A138-E8E15825EB62}" type="presParOf" srcId="{0B36F3C0-A70C-47F9-82C1-0B8D0D98488A}" destId="{A3E0E431-54DE-4957-9665-F57FCF69F1E6}" srcOrd="9" destOrd="0" presId="urn:microsoft.com/office/officeart/2008/layout/LinedList"/>
    <dgm:cxn modelId="{510F6181-092D-4AE9-B2D3-8AF35AAACAE8}" type="presParOf" srcId="{A3E0E431-54DE-4957-9665-F57FCF69F1E6}" destId="{8C18435B-BF0D-4254-9CA5-2FEE11728EF1}" srcOrd="0" destOrd="0" presId="urn:microsoft.com/office/officeart/2008/layout/LinedList"/>
    <dgm:cxn modelId="{BA375371-6A76-4576-A4C0-C67DF3270910}" type="presParOf" srcId="{A3E0E431-54DE-4957-9665-F57FCF69F1E6}" destId="{1A6AE893-7825-42A7-A8BF-D27EB7D1A7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AC9A1AB-CA0B-4B68-8853-2FD8812D7F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C20E43D-628F-49BB-AEA0-1A772FA14993}">
      <dgm:prSet custT="1"/>
      <dgm:spPr/>
      <dgm:t>
        <a:bodyPr/>
        <a:lstStyle/>
        <a:p>
          <a:r>
            <a:rPr lang="en-CA" sz="1800" b="1"/>
            <a:t>Duration</a:t>
          </a:r>
          <a:r>
            <a:rPr lang="en-CA" sz="1800"/>
            <a:t> 2 days (10am–5:30pm Day 1; 9am–4pm Day 2)</a:t>
          </a:r>
          <a:endParaRPr lang="en-US" sz="1800"/>
        </a:p>
      </dgm:t>
    </dgm:pt>
    <dgm:pt modelId="{89814D9E-3130-4A3C-B69E-39EFAF037A1E}" type="parTrans" cxnId="{CE918F92-6116-4FB1-B311-A88749E6D9E6}">
      <dgm:prSet/>
      <dgm:spPr/>
      <dgm:t>
        <a:bodyPr/>
        <a:lstStyle/>
        <a:p>
          <a:endParaRPr lang="en-US" sz="2400"/>
        </a:p>
      </dgm:t>
    </dgm:pt>
    <dgm:pt modelId="{2942D04F-6916-47BD-B461-A69DC3193FF5}" type="sibTrans" cxnId="{CE918F92-6116-4FB1-B311-A88749E6D9E6}">
      <dgm:prSet/>
      <dgm:spPr/>
      <dgm:t>
        <a:bodyPr/>
        <a:lstStyle/>
        <a:p>
          <a:endParaRPr lang="en-US" sz="2400"/>
        </a:p>
      </dgm:t>
    </dgm:pt>
    <dgm:pt modelId="{C575ABEC-23A4-4ABB-A63C-A18CFB3BC868}">
      <dgm:prSet custT="1"/>
      <dgm:spPr/>
      <dgm:t>
        <a:bodyPr/>
        <a:lstStyle/>
        <a:p>
          <a:r>
            <a:rPr lang="en-CA" sz="1800" b="1"/>
            <a:t>Group size</a:t>
          </a:r>
          <a:r>
            <a:rPr lang="en-CA" sz="1800"/>
            <a:t> 10–16 participants</a:t>
          </a:r>
          <a:endParaRPr lang="en-US" sz="1800"/>
        </a:p>
      </dgm:t>
    </dgm:pt>
    <dgm:pt modelId="{AAB381E6-8D4E-42AF-A15F-AFFD537D97D9}" type="parTrans" cxnId="{4B8D2F8F-CB43-44D9-AB5E-FF4F143B5378}">
      <dgm:prSet/>
      <dgm:spPr/>
      <dgm:t>
        <a:bodyPr/>
        <a:lstStyle/>
        <a:p>
          <a:endParaRPr lang="en-US" sz="2400"/>
        </a:p>
      </dgm:t>
    </dgm:pt>
    <dgm:pt modelId="{C664EEF7-AF65-40D5-9021-1B212253BA7F}" type="sibTrans" cxnId="{4B8D2F8F-CB43-44D9-AB5E-FF4F143B5378}">
      <dgm:prSet/>
      <dgm:spPr/>
      <dgm:t>
        <a:bodyPr/>
        <a:lstStyle/>
        <a:p>
          <a:endParaRPr lang="en-US" sz="2400"/>
        </a:p>
      </dgm:t>
    </dgm:pt>
    <dgm:pt modelId="{EA166931-E2F2-4983-A1C3-86350E07DF52}">
      <dgm:prSet custT="1"/>
      <dgm:spPr/>
      <dgm:t>
        <a:bodyPr/>
        <a:lstStyle/>
        <a:p>
          <a:r>
            <a:rPr lang="en-CA" sz="1800" b="1"/>
            <a:t>Prerequisites</a:t>
          </a:r>
          <a:r>
            <a:rPr lang="en-CA" sz="1800"/>
            <a:t> None — setup clinic on morning of Day 1</a:t>
          </a:r>
          <a:endParaRPr lang="en-US" sz="1800"/>
        </a:p>
      </dgm:t>
    </dgm:pt>
    <dgm:pt modelId="{A361E773-9930-4563-8C0C-ADA61486A1E1}" type="parTrans" cxnId="{A3E160E0-8466-40E4-BFA6-9E923A3E5300}">
      <dgm:prSet/>
      <dgm:spPr/>
      <dgm:t>
        <a:bodyPr/>
        <a:lstStyle/>
        <a:p>
          <a:endParaRPr lang="en-US" sz="2400"/>
        </a:p>
      </dgm:t>
    </dgm:pt>
    <dgm:pt modelId="{B026DD8D-EDBD-425E-9E07-F41095281530}" type="sibTrans" cxnId="{A3E160E0-8466-40E4-BFA6-9E923A3E5300}">
      <dgm:prSet/>
      <dgm:spPr/>
      <dgm:t>
        <a:bodyPr/>
        <a:lstStyle/>
        <a:p>
          <a:endParaRPr lang="en-US" sz="2400"/>
        </a:p>
      </dgm:t>
    </dgm:pt>
    <dgm:pt modelId="{EE658755-62AD-48D4-BED3-804A17AD0BCE}">
      <dgm:prSet custT="1"/>
      <dgm:spPr/>
      <dgm:t>
        <a:bodyPr/>
        <a:lstStyle/>
        <a:p>
          <a:r>
            <a:rPr lang="en-CA" sz="1800" b="1"/>
            <a:t>Platform costs</a:t>
          </a:r>
          <a:r>
            <a:rPr lang="en-CA" sz="1800"/>
            <a:t> Free (all services have free tiers)</a:t>
          </a:r>
          <a:endParaRPr lang="en-US" sz="1800"/>
        </a:p>
      </dgm:t>
    </dgm:pt>
    <dgm:pt modelId="{78A22CAA-235C-4565-92EE-2DC7C60003C6}" type="parTrans" cxnId="{D05640D8-14F1-4EC9-925D-EE8CBBF80D79}">
      <dgm:prSet/>
      <dgm:spPr/>
      <dgm:t>
        <a:bodyPr/>
        <a:lstStyle/>
        <a:p>
          <a:endParaRPr lang="en-US" sz="2400"/>
        </a:p>
      </dgm:t>
    </dgm:pt>
    <dgm:pt modelId="{B98F0ECC-B5CA-4C4E-BE7C-679F89D8D381}" type="sibTrans" cxnId="{D05640D8-14F1-4EC9-925D-EE8CBBF80D79}">
      <dgm:prSet/>
      <dgm:spPr/>
      <dgm:t>
        <a:bodyPr/>
        <a:lstStyle/>
        <a:p>
          <a:endParaRPr lang="en-US" sz="2400"/>
        </a:p>
      </dgm:t>
    </dgm:pt>
    <dgm:pt modelId="{D552EB79-7DF6-48E6-A027-DE3ECCDBCC9B}">
      <dgm:prSet custT="1"/>
      <dgm:spPr/>
      <dgm:t>
        <a:bodyPr/>
        <a:lstStyle/>
        <a:p>
          <a:r>
            <a:rPr lang="en-CA" sz="1800" b="1"/>
            <a:t>Participants bring</a:t>
          </a:r>
          <a:r>
            <a:rPr lang="en-CA" sz="1800"/>
            <a:t> A laptop and an idea</a:t>
          </a:r>
          <a:endParaRPr lang="en-US" sz="1800"/>
        </a:p>
      </dgm:t>
    </dgm:pt>
    <dgm:pt modelId="{6BFA8A4D-1183-4E16-A2BC-F39EC3556D72}" type="parTrans" cxnId="{74328D27-B63F-4370-A565-7C1EABEF5EDB}">
      <dgm:prSet/>
      <dgm:spPr/>
      <dgm:t>
        <a:bodyPr/>
        <a:lstStyle/>
        <a:p>
          <a:endParaRPr lang="en-US" sz="2400"/>
        </a:p>
      </dgm:t>
    </dgm:pt>
    <dgm:pt modelId="{0CE211D8-040E-4603-9B2F-D83062B8CE77}" type="sibTrans" cxnId="{74328D27-B63F-4370-A565-7C1EABEF5EDB}">
      <dgm:prSet/>
      <dgm:spPr/>
      <dgm:t>
        <a:bodyPr/>
        <a:lstStyle/>
        <a:p>
          <a:endParaRPr lang="en-US" sz="2400"/>
        </a:p>
      </dgm:t>
    </dgm:pt>
    <dgm:pt modelId="{632A8AF3-BC58-437F-81BB-C75A6882B529}">
      <dgm:prSet custT="1"/>
      <dgm:spPr>
        <a:solidFill>
          <a:srgbClr val="CCFFCC"/>
        </a:solidFill>
      </dgm:spPr>
      <dgm:t>
        <a:bodyPr/>
        <a:lstStyle/>
        <a:p>
          <a:r>
            <a:rPr lang="en-US" sz="1400" dirty="0"/>
            <a:t>Participants will not leave as software engineers. They will leave as people who understand, from the inside, what AI agents are capable of — and what they require from a human to do it well.</a:t>
          </a:r>
        </a:p>
      </dgm:t>
    </dgm:pt>
    <dgm:pt modelId="{F1009104-B4DF-43BB-A527-6D5EA612D6EF}" type="parTrans" cxnId="{1277C2E0-90E0-4B0E-8428-5DB12BA1749F}">
      <dgm:prSet/>
      <dgm:spPr/>
      <dgm:t>
        <a:bodyPr/>
        <a:lstStyle/>
        <a:p>
          <a:endParaRPr lang="en-US" sz="2400"/>
        </a:p>
      </dgm:t>
    </dgm:pt>
    <dgm:pt modelId="{BDAAAF42-09C3-456E-86B5-99143B3633A6}" type="sibTrans" cxnId="{1277C2E0-90E0-4B0E-8428-5DB12BA1749F}">
      <dgm:prSet/>
      <dgm:spPr/>
      <dgm:t>
        <a:bodyPr/>
        <a:lstStyle/>
        <a:p>
          <a:endParaRPr lang="en-US" sz="2400"/>
        </a:p>
      </dgm:t>
    </dgm:pt>
    <dgm:pt modelId="{3FEBD711-F40F-460F-A02E-90D77446AE54}" type="pres">
      <dgm:prSet presAssocID="{AAC9A1AB-CA0B-4B68-8853-2FD8812D7F9F}" presName="root" presStyleCnt="0">
        <dgm:presLayoutVars>
          <dgm:dir/>
          <dgm:resizeHandles val="exact"/>
        </dgm:presLayoutVars>
      </dgm:prSet>
      <dgm:spPr/>
    </dgm:pt>
    <dgm:pt modelId="{E10C1154-F436-4BFD-AC4B-7D165F3B1730}" type="pres">
      <dgm:prSet presAssocID="{5C20E43D-628F-49BB-AEA0-1A772FA14993}" presName="compNode" presStyleCnt="0"/>
      <dgm:spPr/>
    </dgm:pt>
    <dgm:pt modelId="{331E6909-D154-4D48-9C6F-48A85CAB48D8}" type="pres">
      <dgm:prSet presAssocID="{5C20E43D-628F-49BB-AEA0-1A772FA14993}" presName="bgRect" presStyleLbl="bgShp" presStyleIdx="0" presStyleCnt="6"/>
      <dgm:spPr/>
    </dgm:pt>
    <dgm:pt modelId="{5B695693-C6B7-4689-957A-A3FDCDC6F643}" type="pres">
      <dgm:prSet presAssocID="{5C20E43D-628F-49BB-AEA0-1A772FA1499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5ECBA8B-3C5F-4C35-91FB-AF18F5009B74}" type="pres">
      <dgm:prSet presAssocID="{5C20E43D-628F-49BB-AEA0-1A772FA14993}" presName="spaceRect" presStyleCnt="0"/>
      <dgm:spPr/>
    </dgm:pt>
    <dgm:pt modelId="{5B618EBD-2F14-47FA-BC75-4CF7734A978D}" type="pres">
      <dgm:prSet presAssocID="{5C20E43D-628F-49BB-AEA0-1A772FA14993}" presName="parTx" presStyleLbl="revTx" presStyleIdx="0" presStyleCnt="6">
        <dgm:presLayoutVars>
          <dgm:chMax val="0"/>
          <dgm:chPref val="0"/>
        </dgm:presLayoutVars>
      </dgm:prSet>
      <dgm:spPr/>
    </dgm:pt>
    <dgm:pt modelId="{20D85CEB-7CB9-45D0-A78C-FD981184327B}" type="pres">
      <dgm:prSet presAssocID="{2942D04F-6916-47BD-B461-A69DC3193FF5}" presName="sibTrans" presStyleCnt="0"/>
      <dgm:spPr/>
    </dgm:pt>
    <dgm:pt modelId="{28E73372-97F7-4EE1-8DC3-C6450BD43E8E}" type="pres">
      <dgm:prSet presAssocID="{C575ABEC-23A4-4ABB-A63C-A18CFB3BC868}" presName="compNode" presStyleCnt="0"/>
      <dgm:spPr/>
    </dgm:pt>
    <dgm:pt modelId="{870DB2E8-2848-4408-A0A0-6FB9A6392E9F}" type="pres">
      <dgm:prSet presAssocID="{C575ABEC-23A4-4ABB-A63C-A18CFB3BC868}" presName="bgRect" presStyleLbl="bgShp" presStyleIdx="1" presStyleCnt="6"/>
      <dgm:spPr/>
    </dgm:pt>
    <dgm:pt modelId="{046D306B-C035-4CE2-9C32-FB6F275F72F5}" type="pres">
      <dgm:prSet presAssocID="{C575ABEC-23A4-4ABB-A63C-A18CFB3BC86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4C495658-65A7-4529-889B-B0AC62E581AA}" type="pres">
      <dgm:prSet presAssocID="{C575ABEC-23A4-4ABB-A63C-A18CFB3BC868}" presName="spaceRect" presStyleCnt="0"/>
      <dgm:spPr/>
    </dgm:pt>
    <dgm:pt modelId="{80E74227-4198-499E-B834-4C6EFEDEF527}" type="pres">
      <dgm:prSet presAssocID="{C575ABEC-23A4-4ABB-A63C-A18CFB3BC868}" presName="parTx" presStyleLbl="revTx" presStyleIdx="1" presStyleCnt="6">
        <dgm:presLayoutVars>
          <dgm:chMax val="0"/>
          <dgm:chPref val="0"/>
        </dgm:presLayoutVars>
      </dgm:prSet>
      <dgm:spPr/>
    </dgm:pt>
    <dgm:pt modelId="{8D84E642-C0AA-4111-9BFC-47DDE5B1A6CA}" type="pres">
      <dgm:prSet presAssocID="{C664EEF7-AF65-40D5-9021-1B212253BA7F}" presName="sibTrans" presStyleCnt="0"/>
      <dgm:spPr/>
    </dgm:pt>
    <dgm:pt modelId="{EDBE3EF9-21A8-459A-A867-1893DD681B3F}" type="pres">
      <dgm:prSet presAssocID="{EA166931-E2F2-4983-A1C3-86350E07DF52}" presName="compNode" presStyleCnt="0"/>
      <dgm:spPr/>
    </dgm:pt>
    <dgm:pt modelId="{D94912F2-F024-4A77-B49C-335D1D3ECC01}" type="pres">
      <dgm:prSet presAssocID="{EA166931-E2F2-4983-A1C3-86350E07DF52}" presName="bgRect" presStyleLbl="bgShp" presStyleIdx="2" presStyleCnt="6"/>
      <dgm:spPr/>
    </dgm:pt>
    <dgm:pt modelId="{9D66CE71-40C7-4135-84AF-4EDE67A2AC82}" type="pres">
      <dgm:prSet presAssocID="{EA166931-E2F2-4983-A1C3-86350E07DF5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D254FA3-5440-4366-BD36-31E44A5546BD}" type="pres">
      <dgm:prSet presAssocID="{EA166931-E2F2-4983-A1C3-86350E07DF52}" presName="spaceRect" presStyleCnt="0"/>
      <dgm:spPr/>
    </dgm:pt>
    <dgm:pt modelId="{E336C40A-F917-490B-9788-16FE75D04D0B}" type="pres">
      <dgm:prSet presAssocID="{EA166931-E2F2-4983-A1C3-86350E07DF52}" presName="parTx" presStyleLbl="revTx" presStyleIdx="2" presStyleCnt="6">
        <dgm:presLayoutVars>
          <dgm:chMax val="0"/>
          <dgm:chPref val="0"/>
        </dgm:presLayoutVars>
      </dgm:prSet>
      <dgm:spPr/>
    </dgm:pt>
    <dgm:pt modelId="{BECB436D-E153-400E-8651-318574DF5E13}" type="pres">
      <dgm:prSet presAssocID="{B026DD8D-EDBD-425E-9E07-F41095281530}" presName="sibTrans" presStyleCnt="0"/>
      <dgm:spPr/>
    </dgm:pt>
    <dgm:pt modelId="{6E3AB0A8-60B0-4046-80A2-4228D3213F6D}" type="pres">
      <dgm:prSet presAssocID="{EE658755-62AD-48D4-BED3-804A17AD0BCE}" presName="compNode" presStyleCnt="0"/>
      <dgm:spPr/>
    </dgm:pt>
    <dgm:pt modelId="{263B7874-35A8-4368-86DC-97D14594AFE6}" type="pres">
      <dgm:prSet presAssocID="{EE658755-62AD-48D4-BED3-804A17AD0BCE}" presName="bgRect" presStyleLbl="bgShp" presStyleIdx="3" presStyleCnt="6"/>
      <dgm:spPr/>
    </dgm:pt>
    <dgm:pt modelId="{B1392403-E014-4616-AAFA-00BA147C548E}" type="pres">
      <dgm:prSet presAssocID="{EE658755-62AD-48D4-BED3-804A17AD0BC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D04C393F-AD97-4253-8192-B5CDA7167FEC}" type="pres">
      <dgm:prSet presAssocID="{EE658755-62AD-48D4-BED3-804A17AD0BCE}" presName="spaceRect" presStyleCnt="0"/>
      <dgm:spPr/>
    </dgm:pt>
    <dgm:pt modelId="{AF035112-3C33-45A8-8658-7003B22AF556}" type="pres">
      <dgm:prSet presAssocID="{EE658755-62AD-48D4-BED3-804A17AD0BCE}" presName="parTx" presStyleLbl="revTx" presStyleIdx="3" presStyleCnt="6">
        <dgm:presLayoutVars>
          <dgm:chMax val="0"/>
          <dgm:chPref val="0"/>
        </dgm:presLayoutVars>
      </dgm:prSet>
      <dgm:spPr/>
    </dgm:pt>
    <dgm:pt modelId="{85AB7BB1-E0C7-4210-A8F8-2C06FF3CE5AD}" type="pres">
      <dgm:prSet presAssocID="{B98F0ECC-B5CA-4C4E-BE7C-679F89D8D381}" presName="sibTrans" presStyleCnt="0"/>
      <dgm:spPr/>
    </dgm:pt>
    <dgm:pt modelId="{2B8F50AC-82B0-4769-BB2E-3F7E1CECEB4D}" type="pres">
      <dgm:prSet presAssocID="{D552EB79-7DF6-48E6-A027-DE3ECCDBCC9B}" presName="compNode" presStyleCnt="0"/>
      <dgm:spPr/>
    </dgm:pt>
    <dgm:pt modelId="{609D3726-CC41-496A-B761-56EA21F98CC9}" type="pres">
      <dgm:prSet presAssocID="{D552EB79-7DF6-48E6-A027-DE3ECCDBCC9B}" presName="bgRect" presStyleLbl="bgShp" presStyleIdx="4" presStyleCnt="6"/>
      <dgm:spPr>
        <a:solidFill>
          <a:srgbClr val="CCFFCC"/>
        </a:solidFill>
      </dgm:spPr>
    </dgm:pt>
    <dgm:pt modelId="{1985BBC0-A6C9-48C0-9519-6DE0E15E08BD}" type="pres">
      <dgm:prSet presAssocID="{D552EB79-7DF6-48E6-A027-DE3ECCDBCC9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55F7DE1-09EB-4B60-AC1F-6AB6C9115B99}" type="pres">
      <dgm:prSet presAssocID="{D552EB79-7DF6-48E6-A027-DE3ECCDBCC9B}" presName="spaceRect" presStyleCnt="0"/>
      <dgm:spPr/>
    </dgm:pt>
    <dgm:pt modelId="{083CCBE5-1B1B-4F18-A8AE-F469659F8ECA}" type="pres">
      <dgm:prSet presAssocID="{D552EB79-7DF6-48E6-A027-DE3ECCDBCC9B}" presName="parTx" presStyleLbl="revTx" presStyleIdx="4" presStyleCnt="6">
        <dgm:presLayoutVars>
          <dgm:chMax val="0"/>
          <dgm:chPref val="0"/>
        </dgm:presLayoutVars>
      </dgm:prSet>
      <dgm:spPr/>
    </dgm:pt>
    <dgm:pt modelId="{E82A8A5B-EFA2-4813-9E6D-5039F30E136D}" type="pres">
      <dgm:prSet presAssocID="{0CE211D8-040E-4603-9B2F-D83062B8CE77}" presName="sibTrans" presStyleCnt="0"/>
      <dgm:spPr/>
    </dgm:pt>
    <dgm:pt modelId="{E92C4BCF-6790-42CD-847F-6900D20834AA}" type="pres">
      <dgm:prSet presAssocID="{632A8AF3-BC58-437F-81BB-C75A6882B529}" presName="compNode" presStyleCnt="0"/>
      <dgm:spPr/>
    </dgm:pt>
    <dgm:pt modelId="{0DA21C9E-BACA-4E06-B842-1C74B11630AC}" type="pres">
      <dgm:prSet presAssocID="{632A8AF3-BC58-437F-81BB-C75A6882B529}" presName="bgRect" presStyleLbl="bgShp" presStyleIdx="5" presStyleCnt="6"/>
      <dgm:spPr>
        <a:solidFill>
          <a:srgbClr val="CCFFCC"/>
        </a:solidFill>
      </dgm:spPr>
    </dgm:pt>
    <dgm:pt modelId="{E966BBA1-4734-49E6-9A6E-EE90784599BC}" type="pres">
      <dgm:prSet presAssocID="{632A8AF3-BC58-437F-81BB-C75A6882B52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3653874-C4DF-46F3-8636-E02A713C109C}" type="pres">
      <dgm:prSet presAssocID="{632A8AF3-BC58-437F-81BB-C75A6882B529}" presName="spaceRect" presStyleCnt="0"/>
      <dgm:spPr/>
    </dgm:pt>
    <dgm:pt modelId="{56A800AE-B748-4903-94A9-73802021DE27}" type="pres">
      <dgm:prSet presAssocID="{632A8AF3-BC58-437F-81BB-C75A6882B529}" presName="parTx" presStyleLbl="revTx" presStyleIdx="5" presStyleCnt="6" custLinFactNeighborX="138" custLinFactNeighborY="589">
        <dgm:presLayoutVars>
          <dgm:chMax val="0"/>
          <dgm:chPref val="0"/>
        </dgm:presLayoutVars>
      </dgm:prSet>
      <dgm:spPr/>
    </dgm:pt>
  </dgm:ptLst>
  <dgm:cxnLst>
    <dgm:cxn modelId="{74328D27-B63F-4370-A565-7C1EABEF5EDB}" srcId="{AAC9A1AB-CA0B-4B68-8853-2FD8812D7F9F}" destId="{D552EB79-7DF6-48E6-A027-DE3ECCDBCC9B}" srcOrd="4" destOrd="0" parTransId="{6BFA8A4D-1183-4E16-A2BC-F39EC3556D72}" sibTransId="{0CE211D8-040E-4603-9B2F-D83062B8CE77}"/>
    <dgm:cxn modelId="{79775D36-5F34-433C-A25D-F7FD372BD5DC}" type="presOf" srcId="{C575ABEC-23A4-4ABB-A63C-A18CFB3BC868}" destId="{80E74227-4198-499E-B834-4C6EFEDEF527}" srcOrd="0" destOrd="0" presId="urn:microsoft.com/office/officeart/2018/2/layout/IconVerticalSolidList"/>
    <dgm:cxn modelId="{5843944A-2051-45EA-A5E6-A89882F47868}" type="presOf" srcId="{AAC9A1AB-CA0B-4B68-8853-2FD8812D7F9F}" destId="{3FEBD711-F40F-460F-A02E-90D77446AE54}" srcOrd="0" destOrd="0" presId="urn:microsoft.com/office/officeart/2018/2/layout/IconVerticalSolidList"/>
    <dgm:cxn modelId="{C7B71B56-4FE5-4CED-A39B-8963461ED4FB}" type="presOf" srcId="{D552EB79-7DF6-48E6-A027-DE3ECCDBCC9B}" destId="{083CCBE5-1B1B-4F18-A8AE-F469659F8ECA}" srcOrd="0" destOrd="0" presId="urn:microsoft.com/office/officeart/2018/2/layout/IconVerticalSolidList"/>
    <dgm:cxn modelId="{9A369256-8852-4D15-A912-F431038C1374}" type="presOf" srcId="{5C20E43D-628F-49BB-AEA0-1A772FA14993}" destId="{5B618EBD-2F14-47FA-BC75-4CF7734A978D}" srcOrd="0" destOrd="0" presId="urn:microsoft.com/office/officeart/2018/2/layout/IconVerticalSolidList"/>
    <dgm:cxn modelId="{4B8D2F8F-CB43-44D9-AB5E-FF4F143B5378}" srcId="{AAC9A1AB-CA0B-4B68-8853-2FD8812D7F9F}" destId="{C575ABEC-23A4-4ABB-A63C-A18CFB3BC868}" srcOrd="1" destOrd="0" parTransId="{AAB381E6-8D4E-42AF-A15F-AFFD537D97D9}" sibTransId="{C664EEF7-AF65-40D5-9021-1B212253BA7F}"/>
    <dgm:cxn modelId="{CE918F92-6116-4FB1-B311-A88749E6D9E6}" srcId="{AAC9A1AB-CA0B-4B68-8853-2FD8812D7F9F}" destId="{5C20E43D-628F-49BB-AEA0-1A772FA14993}" srcOrd="0" destOrd="0" parTransId="{89814D9E-3130-4A3C-B69E-39EFAF037A1E}" sibTransId="{2942D04F-6916-47BD-B461-A69DC3193FF5}"/>
    <dgm:cxn modelId="{D05640D8-14F1-4EC9-925D-EE8CBBF80D79}" srcId="{AAC9A1AB-CA0B-4B68-8853-2FD8812D7F9F}" destId="{EE658755-62AD-48D4-BED3-804A17AD0BCE}" srcOrd="3" destOrd="0" parTransId="{78A22CAA-235C-4565-92EE-2DC7C60003C6}" sibTransId="{B98F0ECC-B5CA-4C4E-BE7C-679F89D8D381}"/>
    <dgm:cxn modelId="{A3E160E0-8466-40E4-BFA6-9E923A3E5300}" srcId="{AAC9A1AB-CA0B-4B68-8853-2FD8812D7F9F}" destId="{EA166931-E2F2-4983-A1C3-86350E07DF52}" srcOrd="2" destOrd="0" parTransId="{A361E773-9930-4563-8C0C-ADA61486A1E1}" sibTransId="{B026DD8D-EDBD-425E-9E07-F41095281530}"/>
    <dgm:cxn modelId="{1277C2E0-90E0-4B0E-8428-5DB12BA1749F}" srcId="{AAC9A1AB-CA0B-4B68-8853-2FD8812D7F9F}" destId="{632A8AF3-BC58-437F-81BB-C75A6882B529}" srcOrd="5" destOrd="0" parTransId="{F1009104-B4DF-43BB-A527-6D5EA612D6EF}" sibTransId="{BDAAAF42-09C3-456E-86B5-99143B3633A6}"/>
    <dgm:cxn modelId="{782972E6-409B-4155-AB10-C09C3338D320}" type="presOf" srcId="{EE658755-62AD-48D4-BED3-804A17AD0BCE}" destId="{AF035112-3C33-45A8-8658-7003B22AF556}" srcOrd="0" destOrd="0" presId="urn:microsoft.com/office/officeart/2018/2/layout/IconVerticalSolidList"/>
    <dgm:cxn modelId="{BED739E9-D315-4B46-BFD8-6E73FAA1F6C4}" type="presOf" srcId="{EA166931-E2F2-4983-A1C3-86350E07DF52}" destId="{E336C40A-F917-490B-9788-16FE75D04D0B}" srcOrd="0" destOrd="0" presId="urn:microsoft.com/office/officeart/2018/2/layout/IconVerticalSolidList"/>
    <dgm:cxn modelId="{7E2622F9-8915-45A6-8A95-BCA882E8BE80}" type="presOf" srcId="{632A8AF3-BC58-437F-81BB-C75A6882B529}" destId="{56A800AE-B748-4903-94A9-73802021DE27}" srcOrd="0" destOrd="0" presId="urn:microsoft.com/office/officeart/2018/2/layout/IconVerticalSolidList"/>
    <dgm:cxn modelId="{F2F61AF9-67B2-4DB6-AE7B-2E0638ABE69E}" type="presParOf" srcId="{3FEBD711-F40F-460F-A02E-90D77446AE54}" destId="{E10C1154-F436-4BFD-AC4B-7D165F3B1730}" srcOrd="0" destOrd="0" presId="urn:microsoft.com/office/officeart/2018/2/layout/IconVerticalSolidList"/>
    <dgm:cxn modelId="{AD75BF53-8A47-4DEC-B07A-A79653DEC5CD}" type="presParOf" srcId="{E10C1154-F436-4BFD-AC4B-7D165F3B1730}" destId="{331E6909-D154-4D48-9C6F-48A85CAB48D8}" srcOrd="0" destOrd="0" presId="urn:microsoft.com/office/officeart/2018/2/layout/IconVerticalSolidList"/>
    <dgm:cxn modelId="{F17958AC-270F-4B45-ABE0-FDE25BF9971A}" type="presParOf" srcId="{E10C1154-F436-4BFD-AC4B-7D165F3B1730}" destId="{5B695693-C6B7-4689-957A-A3FDCDC6F643}" srcOrd="1" destOrd="0" presId="urn:microsoft.com/office/officeart/2018/2/layout/IconVerticalSolidList"/>
    <dgm:cxn modelId="{D1A1BC58-1AC0-42F5-B0DE-FB225ADA0491}" type="presParOf" srcId="{E10C1154-F436-4BFD-AC4B-7D165F3B1730}" destId="{55ECBA8B-3C5F-4C35-91FB-AF18F5009B74}" srcOrd="2" destOrd="0" presId="urn:microsoft.com/office/officeart/2018/2/layout/IconVerticalSolidList"/>
    <dgm:cxn modelId="{F5742777-C845-4FCF-9B71-9CB1880ECD92}" type="presParOf" srcId="{E10C1154-F436-4BFD-AC4B-7D165F3B1730}" destId="{5B618EBD-2F14-47FA-BC75-4CF7734A978D}" srcOrd="3" destOrd="0" presId="urn:microsoft.com/office/officeart/2018/2/layout/IconVerticalSolidList"/>
    <dgm:cxn modelId="{C939AD5A-B4E9-4AAB-A77B-B638F31835C0}" type="presParOf" srcId="{3FEBD711-F40F-460F-A02E-90D77446AE54}" destId="{20D85CEB-7CB9-45D0-A78C-FD981184327B}" srcOrd="1" destOrd="0" presId="urn:microsoft.com/office/officeart/2018/2/layout/IconVerticalSolidList"/>
    <dgm:cxn modelId="{608E080C-C6EF-4CBA-B43F-96B0D62220E8}" type="presParOf" srcId="{3FEBD711-F40F-460F-A02E-90D77446AE54}" destId="{28E73372-97F7-4EE1-8DC3-C6450BD43E8E}" srcOrd="2" destOrd="0" presId="urn:microsoft.com/office/officeart/2018/2/layout/IconVerticalSolidList"/>
    <dgm:cxn modelId="{1FB62D46-A69A-441A-AC8F-A711BCD072AA}" type="presParOf" srcId="{28E73372-97F7-4EE1-8DC3-C6450BD43E8E}" destId="{870DB2E8-2848-4408-A0A0-6FB9A6392E9F}" srcOrd="0" destOrd="0" presId="urn:microsoft.com/office/officeart/2018/2/layout/IconVerticalSolidList"/>
    <dgm:cxn modelId="{4B1D73E1-4759-4372-91AA-5831A58268DD}" type="presParOf" srcId="{28E73372-97F7-4EE1-8DC3-C6450BD43E8E}" destId="{046D306B-C035-4CE2-9C32-FB6F275F72F5}" srcOrd="1" destOrd="0" presId="urn:microsoft.com/office/officeart/2018/2/layout/IconVerticalSolidList"/>
    <dgm:cxn modelId="{29F8BB0C-6B5B-4DAD-AAF6-49C09E443496}" type="presParOf" srcId="{28E73372-97F7-4EE1-8DC3-C6450BD43E8E}" destId="{4C495658-65A7-4529-889B-B0AC62E581AA}" srcOrd="2" destOrd="0" presId="urn:microsoft.com/office/officeart/2018/2/layout/IconVerticalSolidList"/>
    <dgm:cxn modelId="{13F9870A-E7F6-4249-ACA2-0AAE19CFE053}" type="presParOf" srcId="{28E73372-97F7-4EE1-8DC3-C6450BD43E8E}" destId="{80E74227-4198-499E-B834-4C6EFEDEF527}" srcOrd="3" destOrd="0" presId="urn:microsoft.com/office/officeart/2018/2/layout/IconVerticalSolidList"/>
    <dgm:cxn modelId="{A44F0E8E-E3E3-4F1C-AD8A-C7EE166CB981}" type="presParOf" srcId="{3FEBD711-F40F-460F-A02E-90D77446AE54}" destId="{8D84E642-C0AA-4111-9BFC-47DDE5B1A6CA}" srcOrd="3" destOrd="0" presId="urn:microsoft.com/office/officeart/2018/2/layout/IconVerticalSolidList"/>
    <dgm:cxn modelId="{14A9F0E1-2A15-4C98-8574-61C92B4967AC}" type="presParOf" srcId="{3FEBD711-F40F-460F-A02E-90D77446AE54}" destId="{EDBE3EF9-21A8-459A-A867-1893DD681B3F}" srcOrd="4" destOrd="0" presId="urn:microsoft.com/office/officeart/2018/2/layout/IconVerticalSolidList"/>
    <dgm:cxn modelId="{513EC26C-9759-4B3C-84FC-4E765B761092}" type="presParOf" srcId="{EDBE3EF9-21A8-459A-A867-1893DD681B3F}" destId="{D94912F2-F024-4A77-B49C-335D1D3ECC01}" srcOrd="0" destOrd="0" presId="urn:microsoft.com/office/officeart/2018/2/layout/IconVerticalSolidList"/>
    <dgm:cxn modelId="{5E745FA9-0E3E-49DF-A0F0-163C42DCD475}" type="presParOf" srcId="{EDBE3EF9-21A8-459A-A867-1893DD681B3F}" destId="{9D66CE71-40C7-4135-84AF-4EDE67A2AC82}" srcOrd="1" destOrd="0" presId="urn:microsoft.com/office/officeart/2018/2/layout/IconVerticalSolidList"/>
    <dgm:cxn modelId="{3489F0F4-213E-4CC1-9085-6DF6C5992C24}" type="presParOf" srcId="{EDBE3EF9-21A8-459A-A867-1893DD681B3F}" destId="{2D254FA3-5440-4366-BD36-31E44A5546BD}" srcOrd="2" destOrd="0" presId="urn:microsoft.com/office/officeart/2018/2/layout/IconVerticalSolidList"/>
    <dgm:cxn modelId="{BA634F44-5943-417F-ADCC-5D54DE2C1550}" type="presParOf" srcId="{EDBE3EF9-21A8-459A-A867-1893DD681B3F}" destId="{E336C40A-F917-490B-9788-16FE75D04D0B}" srcOrd="3" destOrd="0" presId="urn:microsoft.com/office/officeart/2018/2/layout/IconVerticalSolidList"/>
    <dgm:cxn modelId="{AD18F74D-7E10-4982-BED6-82B4CC43ECCB}" type="presParOf" srcId="{3FEBD711-F40F-460F-A02E-90D77446AE54}" destId="{BECB436D-E153-400E-8651-318574DF5E13}" srcOrd="5" destOrd="0" presId="urn:microsoft.com/office/officeart/2018/2/layout/IconVerticalSolidList"/>
    <dgm:cxn modelId="{BE218B52-74E2-4425-AFC1-7D27AA7A71E6}" type="presParOf" srcId="{3FEBD711-F40F-460F-A02E-90D77446AE54}" destId="{6E3AB0A8-60B0-4046-80A2-4228D3213F6D}" srcOrd="6" destOrd="0" presId="urn:microsoft.com/office/officeart/2018/2/layout/IconVerticalSolidList"/>
    <dgm:cxn modelId="{3D60DC62-1CBB-4D33-A6BD-CFE436371FF7}" type="presParOf" srcId="{6E3AB0A8-60B0-4046-80A2-4228D3213F6D}" destId="{263B7874-35A8-4368-86DC-97D14594AFE6}" srcOrd="0" destOrd="0" presId="urn:microsoft.com/office/officeart/2018/2/layout/IconVerticalSolidList"/>
    <dgm:cxn modelId="{2E6D4376-991A-486F-9DD4-A82CA110152C}" type="presParOf" srcId="{6E3AB0A8-60B0-4046-80A2-4228D3213F6D}" destId="{B1392403-E014-4616-AAFA-00BA147C548E}" srcOrd="1" destOrd="0" presId="urn:microsoft.com/office/officeart/2018/2/layout/IconVerticalSolidList"/>
    <dgm:cxn modelId="{DA76E6BB-5091-47F2-A5F8-4F12597F2533}" type="presParOf" srcId="{6E3AB0A8-60B0-4046-80A2-4228D3213F6D}" destId="{D04C393F-AD97-4253-8192-B5CDA7167FEC}" srcOrd="2" destOrd="0" presId="urn:microsoft.com/office/officeart/2018/2/layout/IconVerticalSolidList"/>
    <dgm:cxn modelId="{DE3942CB-C530-489A-937D-5A3C5D25CCEB}" type="presParOf" srcId="{6E3AB0A8-60B0-4046-80A2-4228D3213F6D}" destId="{AF035112-3C33-45A8-8658-7003B22AF556}" srcOrd="3" destOrd="0" presId="urn:microsoft.com/office/officeart/2018/2/layout/IconVerticalSolidList"/>
    <dgm:cxn modelId="{C4CAD884-21C3-4B36-8D79-DDCF408266A1}" type="presParOf" srcId="{3FEBD711-F40F-460F-A02E-90D77446AE54}" destId="{85AB7BB1-E0C7-4210-A8F8-2C06FF3CE5AD}" srcOrd="7" destOrd="0" presId="urn:microsoft.com/office/officeart/2018/2/layout/IconVerticalSolidList"/>
    <dgm:cxn modelId="{6265860E-8F3D-46F9-9C05-A934FD74E9C7}" type="presParOf" srcId="{3FEBD711-F40F-460F-A02E-90D77446AE54}" destId="{2B8F50AC-82B0-4769-BB2E-3F7E1CECEB4D}" srcOrd="8" destOrd="0" presId="urn:microsoft.com/office/officeart/2018/2/layout/IconVerticalSolidList"/>
    <dgm:cxn modelId="{80379233-3DED-4D8E-A83A-D14A2FA551F3}" type="presParOf" srcId="{2B8F50AC-82B0-4769-BB2E-3F7E1CECEB4D}" destId="{609D3726-CC41-496A-B761-56EA21F98CC9}" srcOrd="0" destOrd="0" presId="urn:microsoft.com/office/officeart/2018/2/layout/IconVerticalSolidList"/>
    <dgm:cxn modelId="{10FEDAAB-CCBC-4EBC-BFF5-907E61352761}" type="presParOf" srcId="{2B8F50AC-82B0-4769-BB2E-3F7E1CECEB4D}" destId="{1985BBC0-A6C9-48C0-9519-6DE0E15E08BD}" srcOrd="1" destOrd="0" presId="urn:microsoft.com/office/officeart/2018/2/layout/IconVerticalSolidList"/>
    <dgm:cxn modelId="{215C15E2-59E2-4A28-A6BE-1C7F325F9EE5}" type="presParOf" srcId="{2B8F50AC-82B0-4769-BB2E-3F7E1CECEB4D}" destId="{255F7DE1-09EB-4B60-AC1F-6AB6C9115B99}" srcOrd="2" destOrd="0" presId="urn:microsoft.com/office/officeart/2018/2/layout/IconVerticalSolidList"/>
    <dgm:cxn modelId="{1EAD33BB-802E-4CFE-8523-F3A39D1899BC}" type="presParOf" srcId="{2B8F50AC-82B0-4769-BB2E-3F7E1CECEB4D}" destId="{083CCBE5-1B1B-4F18-A8AE-F469659F8ECA}" srcOrd="3" destOrd="0" presId="urn:microsoft.com/office/officeart/2018/2/layout/IconVerticalSolidList"/>
    <dgm:cxn modelId="{B9651BF9-1B0B-414B-A636-F3A79431BA58}" type="presParOf" srcId="{3FEBD711-F40F-460F-A02E-90D77446AE54}" destId="{E82A8A5B-EFA2-4813-9E6D-5039F30E136D}" srcOrd="9" destOrd="0" presId="urn:microsoft.com/office/officeart/2018/2/layout/IconVerticalSolidList"/>
    <dgm:cxn modelId="{BA813B78-ED92-44A1-A1E6-F1BCACE5E5B3}" type="presParOf" srcId="{3FEBD711-F40F-460F-A02E-90D77446AE54}" destId="{E92C4BCF-6790-42CD-847F-6900D20834AA}" srcOrd="10" destOrd="0" presId="urn:microsoft.com/office/officeart/2018/2/layout/IconVerticalSolidList"/>
    <dgm:cxn modelId="{8A84765C-9A20-45B9-9BB7-9C565834876E}" type="presParOf" srcId="{E92C4BCF-6790-42CD-847F-6900D20834AA}" destId="{0DA21C9E-BACA-4E06-B842-1C74B11630AC}" srcOrd="0" destOrd="0" presId="urn:microsoft.com/office/officeart/2018/2/layout/IconVerticalSolidList"/>
    <dgm:cxn modelId="{7F2CA951-F4BE-4687-8698-2B813939D08E}" type="presParOf" srcId="{E92C4BCF-6790-42CD-847F-6900D20834AA}" destId="{E966BBA1-4734-49E6-9A6E-EE90784599BC}" srcOrd="1" destOrd="0" presId="urn:microsoft.com/office/officeart/2018/2/layout/IconVerticalSolidList"/>
    <dgm:cxn modelId="{5B451C63-8506-483D-95D2-32BE0A1A5583}" type="presParOf" srcId="{E92C4BCF-6790-42CD-847F-6900D20834AA}" destId="{03653874-C4DF-46F3-8636-E02A713C109C}" srcOrd="2" destOrd="0" presId="urn:microsoft.com/office/officeart/2018/2/layout/IconVerticalSolidList"/>
    <dgm:cxn modelId="{6DFA04A5-D6EF-4F60-AF39-2B4C782C75F6}" type="presParOf" srcId="{E92C4BCF-6790-42CD-847F-6900D20834AA}" destId="{56A800AE-B748-4903-94A9-73802021DE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FC58B-25A8-4731-BEF6-5EEF9AB46B49}">
      <dsp:nvSpPr>
        <dsp:cNvPr id="0" name=""/>
        <dsp:cNvSpPr/>
      </dsp:nvSpPr>
      <dsp:spPr>
        <a:xfrm>
          <a:off x="1835905" y="30292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EC96F-1D1E-44E5-B094-AEC1A46CD290}">
      <dsp:nvSpPr>
        <dsp:cNvPr id="0" name=""/>
        <dsp:cNvSpPr/>
      </dsp:nvSpPr>
      <dsp:spPr>
        <a:xfrm>
          <a:off x="647905" y="271722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i="1" kern="1200" dirty="0"/>
            <a:t>Could a non-programmer build a working AI Agent in two days?</a:t>
          </a:r>
          <a:endParaRPr lang="en-US" sz="2400" kern="1200" dirty="0"/>
        </a:p>
      </dsp:txBody>
      <dsp:txXfrm>
        <a:off x="647905" y="2717222"/>
        <a:ext cx="4320000" cy="720000"/>
      </dsp:txXfrm>
    </dsp:sp>
    <dsp:sp modelId="{32F4EE23-C660-4BB7-91C3-BEBF70A5A561}">
      <dsp:nvSpPr>
        <dsp:cNvPr id="0" name=""/>
        <dsp:cNvSpPr/>
      </dsp:nvSpPr>
      <dsp:spPr>
        <a:xfrm>
          <a:off x="6911906" y="30292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81762-2072-40A2-9882-90D19C26CEF3}">
      <dsp:nvSpPr>
        <dsp:cNvPr id="0" name=""/>
        <dsp:cNvSpPr/>
      </dsp:nvSpPr>
      <dsp:spPr>
        <a:xfrm>
          <a:off x="5723905" y="271722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kern="1200"/>
            <a:t>We decided to find out.</a:t>
          </a:r>
          <a:endParaRPr lang="en-US" sz="2400" kern="1200"/>
        </a:p>
      </dsp:txBody>
      <dsp:txXfrm>
        <a:off x="5723905" y="2717222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AE90D2-5C73-46C9-95D0-30A541C8C51F}">
      <dsp:nvSpPr>
        <dsp:cNvPr id="0" name=""/>
        <dsp:cNvSpPr/>
      </dsp:nvSpPr>
      <dsp:spPr>
        <a:xfrm>
          <a:off x="0" y="1861"/>
          <a:ext cx="7200900" cy="79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2C0FA-1E00-4C9B-9691-39159D3CAEA2}">
      <dsp:nvSpPr>
        <dsp:cNvPr id="0" name=""/>
        <dsp:cNvSpPr/>
      </dsp:nvSpPr>
      <dsp:spPr>
        <a:xfrm>
          <a:off x="239887" y="180289"/>
          <a:ext cx="436159" cy="436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2431B-AF2A-4845-BF04-B3FCEDA98C9E}">
      <dsp:nvSpPr>
        <dsp:cNvPr id="0" name=""/>
        <dsp:cNvSpPr/>
      </dsp:nvSpPr>
      <dsp:spPr>
        <a:xfrm>
          <a:off x="915935" y="1861"/>
          <a:ext cx="6284964" cy="79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28" tIns="83928" rIns="83928" bIns="839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/>
            <a:t>A working AI application to help busy people prepare for meetings</a:t>
          </a:r>
          <a:endParaRPr lang="en-US" sz="2000" kern="1200" dirty="0"/>
        </a:p>
      </dsp:txBody>
      <dsp:txXfrm>
        <a:off x="915935" y="1861"/>
        <a:ext cx="6284964" cy="793017"/>
      </dsp:txXfrm>
    </dsp:sp>
    <dsp:sp modelId="{CD2E9B00-BD02-47AC-B0E5-26C2A4FB2FBE}">
      <dsp:nvSpPr>
        <dsp:cNvPr id="0" name=""/>
        <dsp:cNvSpPr/>
      </dsp:nvSpPr>
      <dsp:spPr>
        <a:xfrm>
          <a:off x="0" y="993132"/>
          <a:ext cx="7200900" cy="79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D47982-837E-4152-ABA1-B27AF400A92C}">
      <dsp:nvSpPr>
        <dsp:cNvPr id="0" name=""/>
        <dsp:cNvSpPr/>
      </dsp:nvSpPr>
      <dsp:spPr>
        <a:xfrm>
          <a:off x="239887" y="1171561"/>
          <a:ext cx="436159" cy="436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A028C4-5B23-4474-9709-61F91807E4EA}">
      <dsp:nvSpPr>
        <dsp:cNvPr id="0" name=""/>
        <dsp:cNvSpPr/>
      </dsp:nvSpPr>
      <dsp:spPr>
        <a:xfrm>
          <a:off x="915935" y="993132"/>
          <a:ext cx="6284964" cy="79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28" tIns="83928" rIns="83928" bIns="839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Connects to your </a:t>
          </a:r>
          <a:r>
            <a:rPr lang="en-US" sz="2000" b="1" kern="1200"/>
            <a:t>Google Calendar</a:t>
          </a:r>
          <a:r>
            <a:rPr lang="en-US" sz="2000" kern="1200"/>
            <a:t> and reads upcoming meetings</a:t>
          </a:r>
        </a:p>
      </dsp:txBody>
      <dsp:txXfrm>
        <a:off x="915935" y="993132"/>
        <a:ext cx="6284964" cy="793017"/>
      </dsp:txXfrm>
    </dsp:sp>
    <dsp:sp modelId="{B8B3F8E9-C99A-4AAB-8E2B-9C31D85B3082}">
      <dsp:nvSpPr>
        <dsp:cNvPr id="0" name=""/>
        <dsp:cNvSpPr/>
      </dsp:nvSpPr>
      <dsp:spPr>
        <a:xfrm>
          <a:off x="0" y="1984404"/>
          <a:ext cx="7200900" cy="79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3F569-1761-4EDC-8C6E-23DB704300E3}">
      <dsp:nvSpPr>
        <dsp:cNvPr id="0" name=""/>
        <dsp:cNvSpPr/>
      </dsp:nvSpPr>
      <dsp:spPr>
        <a:xfrm>
          <a:off x="239887" y="2162833"/>
          <a:ext cx="436159" cy="436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CCF1A-6CDD-4D4E-9856-E2C769DAB00D}">
      <dsp:nvSpPr>
        <dsp:cNvPr id="0" name=""/>
        <dsp:cNvSpPr/>
      </dsp:nvSpPr>
      <dsp:spPr>
        <a:xfrm>
          <a:off x="915935" y="1984404"/>
          <a:ext cx="6284964" cy="79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28" tIns="83928" rIns="83928" bIns="839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Researches</a:t>
          </a:r>
          <a:r>
            <a:rPr lang="en-US" sz="2000" kern="1200"/>
            <a:t> every attendee, agenda item, and relevant news topic in real time</a:t>
          </a:r>
        </a:p>
      </dsp:txBody>
      <dsp:txXfrm>
        <a:off x="915935" y="1984404"/>
        <a:ext cx="6284964" cy="793017"/>
      </dsp:txXfrm>
    </dsp:sp>
    <dsp:sp modelId="{F1F3D13E-1E73-4729-A38C-77114DF24AA5}">
      <dsp:nvSpPr>
        <dsp:cNvPr id="0" name=""/>
        <dsp:cNvSpPr/>
      </dsp:nvSpPr>
      <dsp:spPr>
        <a:xfrm>
          <a:off x="0" y="2975676"/>
          <a:ext cx="7200900" cy="79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13D5A-0D62-4371-8535-5ACBF9E6B971}">
      <dsp:nvSpPr>
        <dsp:cNvPr id="0" name=""/>
        <dsp:cNvSpPr/>
      </dsp:nvSpPr>
      <dsp:spPr>
        <a:xfrm>
          <a:off x="239887" y="3154105"/>
          <a:ext cx="436159" cy="436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A6FC6-2DAA-4FE1-B996-235BE9A941EC}">
      <dsp:nvSpPr>
        <dsp:cNvPr id="0" name=""/>
        <dsp:cNvSpPr/>
      </dsp:nvSpPr>
      <dsp:spPr>
        <a:xfrm>
          <a:off x="915935" y="2975676"/>
          <a:ext cx="6284964" cy="79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28" tIns="83928" rIns="83928" bIns="839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Accepts your </a:t>
          </a:r>
          <a:r>
            <a:rPr lang="en-US" sz="2000" b="1" kern="1200"/>
            <a:t>private interpretation</a:t>
          </a:r>
          <a:r>
            <a:rPr lang="en-US" sz="2000" kern="1200"/>
            <a:t> of what the meeting is really about</a:t>
          </a:r>
        </a:p>
      </dsp:txBody>
      <dsp:txXfrm>
        <a:off x="915935" y="2975676"/>
        <a:ext cx="6284964" cy="793017"/>
      </dsp:txXfrm>
    </dsp:sp>
    <dsp:sp modelId="{FBAF34C1-2E3A-4CE5-802A-9E2298F2FBD1}">
      <dsp:nvSpPr>
        <dsp:cNvPr id="0" name=""/>
        <dsp:cNvSpPr/>
      </dsp:nvSpPr>
      <dsp:spPr>
        <a:xfrm>
          <a:off x="0" y="3966948"/>
          <a:ext cx="7200900" cy="79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8BC6E-8DF3-4ECC-AE21-A3147FFF7AB0}">
      <dsp:nvSpPr>
        <dsp:cNvPr id="0" name=""/>
        <dsp:cNvSpPr/>
      </dsp:nvSpPr>
      <dsp:spPr>
        <a:xfrm>
          <a:off x="239887" y="4145377"/>
          <a:ext cx="436159" cy="4361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46A3F-3747-4A85-906E-C1B2069CE745}">
      <dsp:nvSpPr>
        <dsp:cNvPr id="0" name=""/>
        <dsp:cNvSpPr/>
      </dsp:nvSpPr>
      <dsp:spPr>
        <a:xfrm>
          <a:off x="915935" y="3966948"/>
          <a:ext cx="6284964" cy="79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28" tIns="83928" rIns="83928" bIns="839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Synthesizes</a:t>
          </a:r>
          <a:r>
            <a:rPr lang="en-US" sz="2000" kern="1200"/>
            <a:t> everything into a five-section professional briefing</a:t>
          </a:r>
        </a:p>
      </dsp:txBody>
      <dsp:txXfrm>
        <a:off x="915935" y="3966948"/>
        <a:ext cx="6284964" cy="793017"/>
      </dsp:txXfrm>
    </dsp:sp>
    <dsp:sp modelId="{6B4C6FFD-13D4-4137-A554-0094CF8AC23A}">
      <dsp:nvSpPr>
        <dsp:cNvPr id="0" name=""/>
        <dsp:cNvSpPr/>
      </dsp:nvSpPr>
      <dsp:spPr>
        <a:xfrm>
          <a:off x="0" y="4958220"/>
          <a:ext cx="7200900" cy="79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4B2551-55F4-495E-9A1F-E7946922AEB7}">
      <dsp:nvSpPr>
        <dsp:cNvPr id="0" name=""/>
        <dsp:cNvSpPr/>
      </dsp:nvSpPr>
      <dsp:spPr>
        <a:xfrm>
          <a:off x="239887" y="5136649"/>
          <a:ext cx="436159" cy="43615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FD1BB-8392-4C62-AAAC-72D62520036A}">
      <dsp:nvSpPr>
        <dsp:cNvPr id="0" name=""/>
        <dsp:cNvSpPr/>
      </dsp:nvSpPr>
      <dsp:spPr>
        <a:xfrm>
          <a:off x="915935" y="4958220"/>
          <a:ext cx="6284964" cy="79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28" tIns="83928" rIns="83928" bIns="8392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Downloads</a:t>
          </a:r>
          <a:r>
            <a:rPr lang="en-US" sz="2000" kern="1200"/>
            <a:t> as a Word document ready for the boardroom</a:t>
          </a:r>
        </a:p>
      </dsp:txBody>
      <dsp:txXfrm>
        <a:off x="915935" y="4958220"/>
        <a:ext cx="6284964" cy="793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62168-64A1-4F3D-BE39-C78A73BA5775}">
      <dsp:nvSpPr>
        <dsp:cNvPr id="0" name=""/>
        <dsp:cNvSpPr/>
      </dsp:nvSpPr>
      <dsp:spPr>
        <a:xfrm>
          <a:off x="0" y="530937"/>
          <a:ext cx="7047186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This is a feature that makes this different from a simple search engine</a:t>
          </a:r>
          <a:endParaRPr lang="en-US" sz="2800" kern="1200" dirty="0"/>
        </a:p>
      </dsp:txBody>
      <dsp:txXfrm>
        <a:off x="59399" y="590336"/>
        <a:ext cx="6928388" cy="1098002"/>
      </dsp:txXfrm>
    </dsp:sp>
    <dsp:sp modelId="{FA899F42-BCE5-450B-817A-446C1D583713}">
      <dsp:nvSpPr>
        <dsp:cNvPr id="0" name=""/>
        <dsp:cNvSpPr/>
      </dsp:nvSpPr>
      <dsp:spPr>
        <a:xfrm>
          <a:off x="0" y="1934937"/>
          <a:ext cx="7047186" cy="12168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 dirty="0"/>
            <a:t>For example</a:t>
          </a:r>
          <a:endParaRPr lang="en-US" sz="3200" kern="1200" dirty="0"/>
        </a:p>
      </dsp:txBody>
      <dsp:txXfrm>
        <a:off x="59399" y="1994336"/>
        <a:ext cx="6928388" cy="1098002"/>
      </dsp:txXfrm>
    </dsp:sp>
    <dsp:sp modelId="{F47980A1-D8DB-4460-8420-D79F80A54D1B}">
      <dsp:nvSpPr>
        <dsp:cNvPr id="0" name=""/>
        <dsp:cNvSpPr/>
      </dsp:nvSpPr>
      <dsp:spPr>
        <a:xfrm>
          <a:off x="0" y="3151737"/>
          <a:ext cx="7047186" cy="1816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748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Official meeting title: “Project Update”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In the private context field, the user can add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The project is two weeks behind.  Management is looking for a scapegoat.  I need to know who owns what and where the paper trail leads.</a:t>
          </a:r>
          <a:endParaRPr lang="en-US" sz="2400" kern="1200" dirty="0"/>
        </a:p>
      </dsp:txBody>
      <dsp:txXfrm>
        <a:off x="0" y="3151737"/>
        <a:ext cx="7047186" cy="18164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632C4F-4A7A-4F36-B71B-E78930D31157}">
      <dsp:nvSpPr>
        <dsp:cNvPr id="0" name=""/>
        <dsp:cNvSpPr/>
      </dsp:nvSpPr>
      <dsp:spPr>
        <a:xfrm>
          <a:off x="0" y="389074"/>
          <a:ext cx="6171948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The agent proposes, you decide.</a:t>
          </a:r>
          <a:endParaRPr lang="en-US" sz="2800" kern="1200" dirty="0"/>
        </a:p>
      </dsp:txBody>
      <dsp:txXfrm>
        <a:off x="59399" y="448473"/>
        <a:ext cx="6053150" cy="1098002"/>
      </dsp:txXfrm>
    </dsp:sp>
    <dsp:sp modelId="{6377454E-1A92-4A4D-AC2D-7F0DC2BC3873}">
      <dsp:nvSpPr>
        <dsp:cNvPr id="0" name=""/>
        <dsp:cNvSpPr/>
      </dsp:nvSpPr>
      <dsp:spPr>
        <a:xfrm>
          <a:off x="0" y="1605874"/>
          <a:ext cx="6171948" cy="2287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59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/>
            <a:t>Every research results is shown to the user before it enters the briefing.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The user can: 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 dirty="0"/>
            <a:t>Accept it (it proceeds to synthesis); </a:t>
          </a:r>
          <a:endParaRPr lang="en-US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/>
            <a:t>Dismiss it (it goes no further); or </a:t>
          </a:r>
          <a:endParaRPr lang="en-US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400" kern="1200"/>
            <a:t>Postpone it (revisit it later)</a:t>
          </a:r>
          <a:endParaRPr lang="en-US" sz="2400" kern="1200"/>
        </a:p>
      </dsp:txBody>
      <dsp:txXfrm>
        <a:off x="0" y="1605874"/>
        <a:ext cx="6171948" cy="2287350"/>
      </dsp:txXfrm>
    </dsp:sp>
    <dsp:sp modelId="{366C16AD-6582-4452-83E9-9E95E802C47F}">
      <dsp:nvSpPr>
        <dsp:cNvPr id="0" name=""/>
        <dsp:cNvSpPr/>
      </dsp:nvSpPr>
      <dsp:spPr>
        <a:xfrm>
          <a:off x="0" y="3893225"/>
          <a:ext cx="6171948" cy="12168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i="1" kern="1200" dirty="0"/>
            <a:t>The agent proposes. The human is responsible for what gets used.</a:t>
          </a:r>
          <a:endParaRPr lang="en-US" sz="2800" kern="1200" dirty="0"/>
        </a:p>
      </dsp:txBody>
      <dsp:txXfrm>
        <a:off x="59399" y="3952624"/>
        <a:ext cx="6053150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3107FE-EA8C-45FC-B0D0-F78975A4C458}">
      <dsp:nvSpPr>
        <dsp:cNvPr id="0" name=""/>
        <dsp:cNvSpPr/>
      </dsp:nvSpPr>
      <dsp:spPr>
        <a:xfrm>
          <a:off x="0" y="480132"/>
          <a:ext cx="6651482" cy="2315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229" tIns="437388" rIns="516229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100" kern="1200" dirty="0"/>
            <a:t>During testing, a very public figure was entered as a meeting attendee.  The agent researched them thoroughly and found accurate information.  It wrote up their background as a current participant in the meeting.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100" kern="1200"/>
            <a:t>The person had been dead for many years!</a:t>
          </a:r>
          <a:endParaRPr lang="en-US" sz="2100" kern="1200"/>
        </a:p>
      </dsp:txBody>
      <dsp:txXfrm>
        <a:off x="0" y="480132"/>
        <a:ext cx="6651482" cy="2315250"/>
      </dsp:txXfrm>
    </dsp:sp>
    <dsp:sp modelId="{BCF19631-57E9-4DC2-B1E8-DEB03E738A12}">
      <dsp:nvSpPr>
        <dsp:cNvPr id="0" name=""/>
        <dsp:cNvSpPr/>
      </dsp:nvSpPr>
      <dsp:spPr>
        <a:xfrm>
          <a:off x="332574" y="170172"/>
          <a:ext cx="4656037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7" tIns="0" rIns="1759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What the agent got wrong – and what it taught us.</a:t>
          </a:r>
          <a:endParaRPr lang="en-US" sz="2100" kern="1200"/>
        </a:p>
      </dsp:txBody>
      <dsp:txXfrm>
        <a:off x="362836" y="200434"/>
        <a:ext cx="4595513" cy="559396"/>
      </dsp:txXfrm>
    </dsp:sp>
    <dsp:sp modelId="{A027EA7C-8799-4543-96B3-3865F9C142E2}">
      <dsp:nvSpPr>
        <dsp:cNvPr id="0" name=""/>
        <dsp:cNvSpPr/>
      </dsp:nvSpPr>
      <dsp:spPr>
        <a:xfrm>
          <a:off x="0" y="3218742"/>
          <a:ext cx="6651482" cy="1157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03606"/>
              <a:satOff val="-1745"/>
              <a:lumOff val="-1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229" tIns="437388" rIns="516229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100" kern="1200"/>
            <a:t>First confirm whether the person is currently alive.  If deceased, state that clearly.</a:t>
          </a:r>
          <a:endParaRPr lang="en-US" sz="2100" kern="1200"/>
        </a:p>
      </dsp:txBody>
      <dsp:txXfrm>
        <a:off x="0" y="3218742"/>
        <a:ext cx="6651482" cy="1157625"/>
      </dsp:txXfrm>
    </dsp:sp>
    <dsp:sp modelId="{4ED393D1-C3E9-4918-8EDA-DBC3413FEA56}">
      <dsp:nvSpPr>
        <dsp:cNvPr id="0" name=""/>
        <dsp:cNvSpPr/>
      </dsp:nvSpPr>
      <dsp:spPr>
        <a:xfrm>
          <a:off x="332574" y="2908782"/>
          <a:ext cx="4656037" cy="61992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7" tIns="0" rIns="1759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Two sentences were added to the agent’s instructions:</a:t>
          </a:r>
          <a:endParaRPr lang="en-US" sz="2100" kern="1200"/>
        </a:p>
      </dsp:txBody>
      <dsp:txXfrm>
        <a:off x="362836" y="2939044"/>
        <a:ext cx="4595513" cy="559396"/>
      </dsp:txXfrm>
    </dsp:sp>
    <dsp:sp modelId="{07017902-CE43-48BE-BBC6-DE70DA36927B}">
      <dsp:nvSpPr>
        <dsp:cNvPr id="0" name=""/>
        <dsp:cNvSpPr/>
      </dsp:nvSpPr>
      <dsp:spPr>
        <a:xfrm>
          <a:off x="0" y="4799727"/>
          <a:ext cx="6651482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F737C-2386-4F93-854C-F6211FAC0766}">
      <dsp:nvSpPr>
        <dsp:cNvPr id="0" name=""/>
        <dsp:cNvSpPr/>
      </dsp:nvSpPr>
      <dsp:spPr>
        <a:xfrm>
          <a:off x="332574" y="4489767"/>
          <a:ext cx="4656037" cy="61992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7" tIns="0" rIns="17598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The agent never made that mistake again.</a:t>
          </a:r>
          <a:endParaRPr lang="en-US" sz="2100" kern="1200"/>
        </a:p>
      </dsp:txBody>
      <dsp:txXfrm>
        <a:off x="362836" y="4520029"/>
        <a:ext cx="4595513" cy="5593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46256-8873-4798-A8C0-77FCF3976967}">
      <dsp:nvSpPr>
        <dsp:cNvPr id="0" name=""/>
        <dsp:cNvSpPr/>
      </dsp:nvSpPr>
      <dsp:spPr>
        <a:xfrm>
          <a:off x="0" y="7837"/>
          <a:ext cx="7442201" cy="917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kern="1200" dirty="0"/>
            <a:t>The same pattern, unlimited applications.</a:t>
          </a:r>
          <a:endParaRPr lang="en-US" sz="2400" b="1" kern="1200" dirty="0"/>
        </a:p>
      </dsp:txBody>
      <dsp:txXfrm>
        <a:off x="44778" y="52615"/>
        <a:ext cx="7352645" cy="827724"/>
      </dsp:txXfrm>
    </dsp:sp>
    <dsp:sp modelId="{C8CEB6A5-689A-4B45-8DCD-C4B03F9CBEE5}">
      <dsp:nvSpPr>
        <dsp:cNvPr id="0" name=""/>
        <dsp:cNvSpPr/>
      </dsp:nvSpPr>
      <dsp:spPr>
        <a:xfrm>
          <a:off x="0" y="925117"/>
          <a:ext cx="7442201" cy="811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800" kern="1200"/>
            <a:t>Browser → Secure Proxy → AI Model → Web / Calendar / Email / APIs → Document</a:t>
          </a:r>
          <a:endParaRPr lang="en-US" sz="1800" kern="1200"/>
        </a:p>
      </dsp:txBody>
      <dsp:txXfrm>
        <a:off x="0" y="925117"/>
        <a:ext cx="7442201" cy="811440"/>
      </dsp:txXfrm>
    </dsp:sp>
    <dsp:sp modelId="{43318073-FB75-4BC8-A03B-7A6F0D5BEB8F}">
      <dsp:nvSpPr>
        <dsp:cNvPr id="0" name=""/>
        <dsp:cNvSpPr/>
      </dsp:nvSpPr>
      <dsp:spPr>
        <a:xfrm>
          <a:off x="0" y="1736557"/>
          <a:ext cx="7442201" cy="91728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What you could build.</a:t>
          </a:r>
          <a:endParaRPr lang="en-US" sz="2400" kern="1200" dirty="0"/>
        </a:p>
      </dsp:txBody>
      <dsp:txXfrm>
        <a:off x="44778" y="1781335"/>
        <a:ext cx="7352645" cy="827724"/>
      </dsp:txXfrm>
    </dsp:sp>
    <dsp:sp modelId="{9E5A2D31-A8FF-4D90-A2A9-7025B9470039}">
      <dsp:nvSpPr>
        <dsp:cNvPr id="0" name=""/>
        <dsp:cNvSpPr/>
      </dsp:nvSpPr>
      <dsp:spPr>
        <a:xfrm>
          <a:off x="0" y="2653837"/>
          <a:ext cx="7442201" cy="273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Sales intelligence agent</a:t>
          </a:r>
          <a:r>
            <a:rPr lang="en-US" sz="1800" kern="1200"/>
            <a:t> - research a prospect before every call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Compliance monitoring agent</a:t>
          </a:r>
          <a:r>
            <a:rPr lang="en-US" sz="1800" kern="1200"/>
            <a:t> - scan regulatory updates and flag relevance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Competitive intelligence agent</a:t>
          </a:r>
          <a:r>
            <a:rPr lang="en-US" sz="1800" kern="1200"/>
            <a:t> - track competitor announcements and summarize weekly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Onboarding agent</a:t>
          </a:r>
          <a:r>
            <a:rPr lang="en-US" sz="1800" kern="1200"/>
            <a:t> - guide new employees through policies and answer questions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RFP response agent</a:t>
          </a:r>
          <a:r>
            <a:rPr lang="en-US" sz="1800" kern="1200"/>
            <a:t> - research, draft, and structure proposal sections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Customer escalation agent - </a:t>
          </a:r>
          <a:r>
            <a:rPr lang="en-US" sz="1800" kern="1200"/>
            <a:t>research account history before every escalation call</a:t>
          </a:r>
        </a:p>
      </dsp:txBody>
      <dsp:txXfrm>
        <a:off x="0" y="2653837"/>
        <a:ext cx="7442201" cy="27386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8CDE1-6BD7-4A18-B3B0-40A9BA5A97BF}">
      <dsp:nvSpPr>
        <dsp:cNvPr id="0" name=""/>
        <dsp:cNvSpPr/>
      </dsp:nvSpPr>
      <dsp:spPr>
        <a:xfrm>
          <a:off x="0" y="702"/>
          <a:ext cx="74422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FE327-3D1F-4832-BB4E-C78064526853}">
      <dsp:nvSpPr>
        <dsp:cNvPr id="0" name=""/>
        <dsp:cNvSpPr/>
      </dsp:nvSpPr>
      <dsp:spPr>
        <a:xfrm>
          <a:off x="0" y="702"/>
          <a:ext cx="7442201" cy="1150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Professionals who work with data, research, or document production</a:t>
          </a:r>
        </a:p>
      </dsp:txBody>
      <dsp:txXfrm>
        <a:off x="0" y="702"/>
        <a:ext cx="7442201" cy="1150864"/>
      </dsp:txXfrm>
    </dsp:sp>
    <dsp:sp modelId="{34F0FB3E-2003-467F-A113-BA766E56A4C7}">
      <dsp:nvSpPr>
        <dsp:cNvPr id="0" name=""/>
        <dsp:cNvSpPr/>
      </dsp:nvSpPr>
      <dsp:spPr>
        <a:xfrm>
          <a:off x="0" y="1151567"/>
          <a:ext cx="7442201" cy="0"/>
        </a:xfrm>
        <a:prstGeom prst="line">
          <a:avLst/>
        </a:prstGeom>
        <a:solidFill>
          <a:schemeClr val="accent5">
            <a:hueOff val="4752235"/>
            <a:satOff val="-6665"/>
            <a:lumOff val="-687"/>
            <a:alphaOff val="0"/>
          </a:schemeClr>
        </a:solidFill>
        <a:ln w="12700" cap="flat" cmpd="sng" algn="ctr">
          <a:solidFill>
            <a:schemeClr val="accent5">
              <a:hueOff val="4752235"/>
              <a:satOff val="-6665"/>
              <a:lumOff val="-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6E359-FB34-43BA-A820-41BCC1B5B93A}">
      <dsp:nvSpPr>
        <dsp:cNvPr id="0" name=""/>
        <dsp:cNvSpPr/>
      </dsp:nvSpPr>
      <dsp:spPr>
        <a:xfrm>
          <a:off x="0" y="1151567"/>
          <a:ext cx="7442201" cy="1150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Managers who can articulate a workflow problem clearly</a:t>
          </a:r>
        </a:p>
      </dsp:txBody>
      <dsp:txXfrm>
        <a:off x="0" y="1151567"/>
        <a:ext cx="7442201" cy="1150864"/>
      </dsp:txXfrm>
    </dsp:sp>
    <dsp:sp modelId="{54DFC2A8-FB1B-4264-BDA3-FEAAF19D10DE}">
      <dsp:nvSpPr>
        <dsp:cNvPr id="0" name=""/>
        <dsp:cNvSpPr/>
      </dsp:nvSpPr>
      <dsp:spPr>
        <a:xfrm>
          <a:off x="0" y="2302431"/>
          <a:ext cx="7442201" cy="0"/>
        </a:xfrm>
        <a:prstGeom prst="line">
          <a:avLst/>
        </a:prstGeom>
        <a:solidFill>
          <a:schemeClr val="accent5">
            <a:hueOff val="9504470"/>
            <a:satOff val="-13330"/>
            <a:lumOff val="-1373"/>
            <a:alphaOff val="0"/>
          </a:schemeClr>
        </a:solidFill>
        <a:ln w="12700" cap="flat" cmpd="sng" algn="ctr">
          <a:solidFill>
            <a:schemeClr val="accent5">
              <a:hueOff val="9504470"/>
              <a:satOff val="-13330"/>
              <a:lumOff val="-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48CF1-0764-4D83-B1C8-2F49C69BE0D2}">
      <dsp:nvSpPr>
        <dsp:cNvPr id="0" name=""/>
        <dsp:cNvSpPr/>
      </dsp:nvSpPr>
      <dsp:spPr>
        <a:xfrm>
          <a:off x="0" y="2302431"/>
          <a:ext cx="7442201" cy="1150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Teams exploring AI adoption who want hands-on understanding, not just vendor briefings</a:t>
          </a:r>
        </a:p>
      </dsp:txBody>
      <dsp:txXfrm>
        <a:off x="0" y="2302431"/>
        <a:ext cx="7442201" cy="1150864"/>
      </dsp:txXfrm>
    </dsp:sp>
    <dsp:sp modelId="{303F56E9-5DEF-4B8E-B1F9-FEACB6EACA9A}">
      <dsp:nvSpPr>
        <dsp:cNvPr id="0" name=""/>
        <dsp:cNvSpPr/>
      </dsp:nvSpPr>
      <dsp:spPr>
        <a:xfrm>
          <a:off x="0" y="3453296"/>
          <a:ext cx="7442201" cy="0"/>
        </a:xfrm>
        <a:prstGeom prst="line">
          <a:avLst/>
        </a:prstGeom>
        <a:solidFill>
          <a:schemeClr val="accent5">
            <a:hueOff val="14256705"/>
            <a:satOff val="-19995"/>
            <a:lumOff val="-2060"/>
            <a:alphaOff val="0"/>
          </a:schemeClr>
        </a:solidFill>
        <a:ln w="12700" cap="flat" cmpd="sng" algn="ctr">
          <a:solidFill>
            <a:schemeClr val="accent5">
              <a:hueOff val="14256705"/>
              <a:satOff val="-19995"/>
              <a:lumOff val="-20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88EDA-4DA2-4A5C-8ED2-A7F9EB9A5A91}">
      <dsp:nvSpPr>
        <dsp:cNvPr id="0" name=""/>
        <dsp:cNvSpPr/>
      </dsp:nvSpPr>
      <dsp:spPr>
        <a:xfrm>
          <a:off x="0" y="3453296"/>
          <a:ext cx="7442201" cy="1150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Anyone who has said, "I wish there was a tool that could do X."</a:t>
          </a:r>
        </a:p>
      </dsp:txBody>
      <dsp:txXfrm>
        <a:off x="0" y="3453296"/>
        <a:ext cx="7442201" cy="1150864"/>
      </dsp:txXfrm>
    </dsp:sp>
    <dsp:sp modelId="{18F42EA6-E0D8-4FDF-B8DF-7ADFA13CE2CA}">
      <dsp:nvSpPr>
        <dsp:cNvPr id="0" name=""/>
        <dsp:cNvSpPr/>
      </dsp:nvSpPr>
      <dsp:spPr>
        <a:xfrm>
          <a:off x="0" y="4604160"/>
          <a:ext cx="7442201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7FEB8-C39E-4E9F-8187-C2C7A56F5188}">
      <dsp:nvSpPr>
        <dsp:cNvPr id="0" name=""/>
        <dsp:cNvSpPr/>
      </dsp:nvSpPr>
      <dsp:spPr>
        <a:xfrm>
          <a:off x="0" y="4604160"/>
          <a:ext cx="7442201" cy="1150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This is not a programming course.</a:t>
          </a:r>
          <a:r>
            <a:rPr lang="en-US" sz="2000" kern="1200" dirty="0"/>
            <a:t> Participants will write code - but the point is not to become developers. The point is to understand, firsthand, what AI agents can and cannot do — and to have built one.</a:t>
          </a:r>
        </a:p>
      </dsp:txBody>
      <dsp:txXfrm>
        <a:off x="0" y="4604160"/>
        <a:ext cx="7442201" cy="11508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6923FE-5BF3-4D0A-9F1E-C3B87E1A2C3E}">
      <dsp:nvSpPr>
        <dsp:cNvPr id="0" name=""/>
        <dsp:cNvSpPr/>
      </dsp:nvSpPr>
      <dsp:spPr>
        <a:xfrm>
          <a:off x="0" y="659"/>
          <a:ext cx="74422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4EBFD-56C7-4A6A-85DC-3B6F1980BBAA}">
      <dsp:nvSpPr>
        <dsp:cNvPr id="0" name=""/>
        <dsp:cNvSpPr/>
      </dsp:nvSpPr>
      <dsp:spPr>
        <a:xfrm>
          <a:off x="0" y="659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</a:t>
          </a:r>
          <a:r>
            <a:rPr lang="en-US" sz="2200" b="1" kern="1200"/>
            <a:t>working application</a:t>
          </a:r>
          <a:r>
            <a:rPr lang="en-US" sz="2200" kern="1200"/>
            <a:t> deployed on the public internet - theirs to keep, modify, and demonstrate</a:t>
          </a:r>
        </a:p>
      </dsp:txBody>
      <dsp:txXfrm>
        <a:off x="0" y="659"/>
        <a:ext cx="7442201" cy="1079793"/>
      </dsp:txXfrm>
    </dsp:sp>
    <dsp:sp modelId="{6560E87F-0414-4AA8-8B3D-6BA60E5D3875}">
      <dsp:nvSpPr>
        <dsp:cNvPr id="0" name=""/>
        <dsp:cNvSpPr/>
      </dsp:nvSpPr>
      <dsp:spPr>
        <a:xfrm>
          <a:off x="0" y="1080452"/>
          <a:ext cx="74422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C679C-B877-44E1-BDAE-AE7AC8268D84}">
      <dsp:nvSpPr>
        <dsp:cNvPr id="0" name=""/>
        <dsp:cNvSpPr/>
      </dsp:nvSpPr>
      <dsp:spPr>
        <a:xfrm>
          <a:off x="0" y="1080452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</a:t>
          </a:r>
          <a:r>
            <a:rPr lang="en-US" sz="2200" b="1" kern="1200"/>
            <a:t>mental model</a:t>
          </a:r>
          <a:r>
            <a:rPr lang="en-US" sz="2200" kern="1200"/>
            <a:t> for how AI agents work that no vendor briefing can provide</a:t>
          </a:r>
        </a:p>
      </dsp:txBody>
      <dsp:txXfrm>
        <a:off x="0" y="1080452"/>
        <a:ext cx="7442201" cy="1079793"/>
      </dsp:txXfrm>
    </dsp:sp>
    <dsp:sp modelId="{B996B204-2971-4E65-8EF5-41E6A8EB8BBF}">
      <dsp:nvSpPr>
        <dsp:cNvPr id="0" name=""/>
        <dsp:cNvSpPr/>
      </dsp:nvSpPr>
      <dsp:spPr>
        <a:xfrm>
          <a:off x="0" y="2160245"/>
          <a:ext cx="74422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4AD3B-18B3-4D7C-BC6B-15417C5E39D3}">
      <dsp:nvSpPr>
        <dsp:cNvPr id="0" name=""/>
        <dsp:cNvSpPr/>
      </dsp:nvSpPr>
      <dsp:spPr>
        <a:xfrm>
          <a:off x="0" y="2160245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Hands-on experience</a:t>
          </a:r>
          <a:r>
            <a:rPr lang="en-US" sz="2200" kern="1200"/>
            <a:t> with the tools that are reshaping knowledge work</a:t>
          </a:r>
        </a:p>
      </dsp:txBody>
      <dsp:txXfrm>
        <a:off x="0" y="2160245"/>
        <a:ext cx="7442201" cy="1079793"/>
      </dsp:txXfrm>
    </dsp:sp>
    <dsp:sp modelId="{84A71871-EA19-4729-8F60-AD9F60DB7C74}">
      <dsp:nvSpPr>
        <dsp:cNvPr id="0" name=""/>
        <dsp:cNvSpPr/>
      </dsp:nvSpPr>
      <dsp:spPr>
        <a:xfrm>
          <a:off x="0" y="3240038"/>
          <a:ext cx="74422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990AD-31C1-4A2B-AE1B-F9165053A585}">
      <dsp:nvSpPr>
        <dsp:cNvPr id="0" name=""/>
        <dsp:cNvSpPr/>
      </dsp:nvSpPr>
      <dsp:spPr>
        <a:xfrm>
          <a:off x="0" y="3240038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</a:t>
          </a:r>
          <a:r>
            <a:rPr lang="en-US" sz="2200" b="1" kern="1200"/>
            <a:t>prompt engineering intuition</a:t>
          </a:r>
          <a:r>
            <a:rPr lang="en-US" sz="2200" kern="1200"/>
            <a:t> - the understanding that the quality of AI output is in the hands of the person giving instructions</a:t>
          </a:r>
        </a:p>
      </dsp:txBody>
      <dsp:txXfrm>
        <a:off x="0" y="3240038"/>
        <a:ext cx="7442201" cy="1079793"/>
      </dsp:txXfrm>
    </dsp:sp>
    <dsp:sp modelId="{1A217228-3F81-47EC-B15D-6BE901EB1FBE}">
      <dsp:nvSpPr>
        <dsp:cNvPr id="0" name=""/>
        <dsp:cNvSpPr/>
      </dsp:nvSpPr>
      <dsp:spPr>
        <a:xfrm>
          <a:off x="0" y="4319831"/>
          <a:ext cx="74422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8435B-BF0D-4254-9CA5-2FEE11728EF1}">
      <dsp:nvSpPr>
        <dsp:cNvPr id="0" name=""/>
        <dsp:cNvSpPr/>
      </dsp:nvSpPr>
      <dsp:spPr>
        <a:xfrm>
          <a:off x="0" y="4319831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</a:t>
          </a:r>
          <a:r>
            <a:rPr lang="en-US" sz="2200" b="1" kern="1200"/>
            <a:t>confidence</a:t>
          </a:r>
          <a:r>
            <a:rPr lang="en-US" sz="2200" kern="1200"/>
            <a:t> to say: "</a:t>
          </a:r>
          <a:r>
            <a:rPr lang="en-US" sz="2200" i="1" kern="1200"/>
            <a:t>We could build an agent for that</a:t>
          </a:r>
          <a:r>
            <a:rPr lang="en-US" sz="2200" kern="1200"/>
            <a:t>.“</a:t>
          </a:r>
        </a:p>
      </dsp:txBody>
      <dsp:txXfrm>
        <a:off x="0" y="4319831"/>
        <a:ext cx="7442201" cy="107979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E6909-D154-4D48-9C6F-48A85CAB48D8}">
      <dsp:nvSpPr>
        <dsp:cNvPr id="0" name=""/>
        <dsp:cNvSpPr/>
      </dsp:nvSpPr>
      <dsp:spPr>
        <a:xfrm>
          <a:off x="0" y="1778"/>
          <a:ext cx="6430765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95693-C6B7-4689-957A-A3FDCDC6F643}">
      <dsp:nvSpPr>
        <dsp:cNvPr id="0" name=""/>
        <dsp:cNvSpPr/>
      </dsp:nvSpPr>
      <dsp:spPr>
        <a:xfrm>
          <a:off x="229296" y="172330"/>
          <a:ext cx="416903" cy="4169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18EBD-2F14-47FA-BC75-4CF7734A978D}">
      <dsp:nvSpPr>
        <dsp:cNvPr id="0" name=""/>
        <dsp:cNvSpPr/>
      </dsp:nvSpPr>
      <dsp:spPr>
        <a:xfrm>
          <a:off x="875496" y="1778"/>
          <a:ext cx="5555268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/>
            <a:t>Duration</a:t>
          </a:r>
          <a:r>
            <a:rPr lang="en-CA" sz="1800" kern="1200"/>
            <a:t> 2 days (10am–5:30pm Day 1; 9am–4pm Day 2)</a:t>
          </a:r>
          <a:endParaRPr lang="en-US" sz="1800" kern="1200"/>
        </a:p>
      </dsp:txBody>
      <dsp:txXfrm>
        <a:off x="875496" y="1778"/>
        <a:ext cx="5555268" cy="758005"/>
      </dsp:txXfrm>
    </dsp:sp>
    <dsp:sp modelId="{870DB2E8-2848-4408-A0A0-6FB9A6392E9F}">
      <dsp:nvSpPr>
        <dsp:cNvPr id="0" name=""/>
        <dsp:cNvSpPr/>
      </dsp:nvSpPr>
      <dsp:spPr>
        <a:xfrm>
          <a:off x="0" y="949286"/>
          <a:ext cx="6430765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D306B-C035-4CE2-9C32-FB6F275F72F5}">
      <dsp:nvSpPr>
        <dsp:cNvPr id="0" name=""/>
        <dsp:cNvSpPr/>
      </dsp:nvSpPr>
      <dsp:spPr>
        <a:xfrm>
          <a:off x="229296" y="1119837"/>
          <a:ext cx="416903" cy="4169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74227-4198-499E-B834-4C6EFEDEF527}">
      <dsp:nvSpPr>
        <dsp:cNvPr id="0" name=""/>
        <dsp:cNvSpPr/>
      </dsp:nvSpPr>
      <dsp:spPr>
        <a:xfrm>
          <a:off x="875496" y="949286"/>
          <a:ext cx="5555268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/>
            <a:t>Group size</a:t>
          </a:r>
          <a:r>
            <a:rPr lang="en-CA" sz="1800" kern="1200"/>
            <a:t> 10–16 participants</a:t>
          </a:r>
          <a:endParaRPr lang="en-US" sz="1800" kern="1200"/>
        </a:p>
      </dsp:txBody>
      <dsp:txXfrm>
        <a:off x="875496" y="949286"/>
        <a:ext cx="5555268" cy="758005"/>
      </dsp:txXfrm>
    </dsp:sp>
    <dsp:sp modelId="{D94912F2-F024-4A77-B49C-335D1D3ECC01}">
      <dsp:nvSpPr>
        <dsp:cNvPr id="0" name=""/>
        <dsp:cNvSpPr/>
      </dsp:nvSpPr>
      <dsp:spPr>
        <a:xfrm>
          <a:off x="0" y="1896793"/>
          <a:ext cx="6430765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6CE71-40C7-4135-84AF-4EDE67A2AC82}">
      <dsp:nvSpPr>
        <dsp:cNvPr id="0" name=""/>
        <dsp:cNvSpPr/>
      </dsp:nvSpPr>
      <dsp:spPr>
        <a:xfrm>
          <a:off x="229296" y="2067344"/>
          <a:ext cx="416903" cy="4169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6C40A-F917-490B-9788-16FE75D04D0B}">
      <dsp:nvSpPr>
        <dsp:cNvPr id="0" name=""/>
        <dsp:cNvSpPr/>
      </dsp:nvSpPr>
      <dsp:spPr>
        <a:xfrm>
          <a:off x="875496" y="1896793"/>
          <a:ext cx="5555268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/>
            <a:t>Prerequisites</a:t>
          </a:r>
          <a:r>
            <a:rPr lang="en-CA" sz="1800" kern="1200"/>
            <a:t> None — setup clinic on morning of Day 1</a:t>
          </a:r>
          <a:endParaRPr lang="en-US" sz="1800" kern="1200"/>
        </a:p>
      </dsp:txBody>
      <dsp:txXfrm>
        <a:off x="875496" y="1896793"/>
        <a:ext cx="5555268" cy="758005"/>
      </dsp:txXfrm>
    </dsp:sp>
    <dsp:sp modelId="{263B7874-35A8-4368-86DC-97D14594AFE6}">
      <dsp:nvSpPr>
        <dsp:cNvPr id="0" name=""/>
        <dsp:cNvSpPr/>
      </dsp:nvSpPr>
      <dsp:spPr>
        <a:xfrm>
          <a:off x="0" y="2844300"/>
          <a:ext cx="6430765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92403-E014-4616-AAFA-00BA147C548E}">
      <dsp:nvSpPr>
        <dsp:cNvPr id="0" name=""/>
        <dsp:cNvSpPr/>
      </dsp:nvSpPr>
      <dsp:spPr>
        <a:xfrm>
          <a:off x="229296" y="3014852"/>
          <a:ext cx="416903" cy="4169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035112-3C33-45A8-8658-7003B22AF556}">
      <dsp:nvSpPr>
        <dsp:cNvPr id="0" name=""/>
        <dsp:cNvSpPr/>
      </dsp:nvSpPr>
      <dsp:spPr>
        <a:xfrm>
          <a:off x="875496" y="2844300"/>
          <a:ext cx="5555268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/>
            <a:t>Platform costs</a:t>
          </a:r>
          <a:r>
            <a:rPr lang="en-CA" sz="1800" kern="1200"/>
            <a:t> Free (all services have free tiers)</a:t>
          </a:r>
          <a:endParaRPr lang="en-US" sz="1800" kern="1200"/>
        </a:p>
      </dsp:txBody>
      <dsp:txXfrm>
        <a:off x="875496" y="2844300"/>
        <a:ext cx="5555268" cy="758005"/>
      </dsp:txXfrm>
    </dsp:sp>
    <dsp:sp modelId="{609D3726-CC41-496A-B761-56EA21F98CC9}">
      <dsp:nvSpPr>
        <dsp:cNvPr id="0" name=""/>
        <dsp:cNvSpPr/>
      </dsp:nvSpPr>
      <dsp:spPr>
        <a:xfrm>
          <a:off x="0" y="3791808"/>
          <a:ext cx="6430765" cy="758005"/>
        </a:xfrm>
        <a:prstGeom prst="roundRect">
          <a:avLst>
            <a:gd name="adj" fmla="val 10000"/>
          </a:avLst>
        </a:prstGeom>
        <a:solidFill>
          <a:srgbClr val="CCFFC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5BBC0-A6C9-48C0-9519-6DE0E15E08BD}">
      <dsp:nvSpPr>
        <dsp:cNvPr id="0" name=""/>
        <dsp:cNvSpPr/>
      </dsp:nvSpPr>
      <dsp:spPr>
        <a:xfrm>
          <a:off x="229296" y="3962359"/>
          <a:ext cx="416903" cy="41690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CCBE5-1B1B-4F18-A8AE-F469659F8ECA}">
      <dsp:nvSpPr>
        <dsp:cNvPr id="0" name=""/>
        <dsp:cNvSpPr/>
      </dsp:nvSpPr>
      <dsp:spPr>
        <a:xfrm>
          <a:off x="875496" y="3791808"/>
          <a:ext cx="5555268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/>
            <a:t>Participants bring</a:t>
          </a:r>
          <a:r>
            <a:rPr lang="en-CA" sz="1800" kern="1200"/>
            <a:t> A laptop and an idea</a:t>
          </a:r>
          <a:endParaRPr lang="en-US" sz="1800" kern="1200"/>
        </a:p>
      </dsp:txBody>
      <dsp:txXfrm>
        <a:off x="875496" y="3791808"/>
        <a:ext cx="5555268" cy="758005"/>
      </dsp:txXfrm>
    </dsp:sp>
    <dsp:sp modelId="{0DA21C9E-BACA-4E06-B842-1C74B11630AC}">
      <dsp:nvSpPr>
        <dsp:cNvPr id="0" name=""/>
        <dsp:cNvSpPr/>
      </dsp:nvSpPr>
      <dsp:spPr>
        <a:xfrm>
          <a:off x="0" y="4739315"/>
          <a:ext cx="6430765" cy="758005"/>
        </a:xfrm>
        <a:prstGeom prst="roundRect">
          <a:avLst>
            <a:gd name="adj" fmla="val 10000"/>
          </a:avLst>
        </a:prstGeom>
        <a:solidFill>
          <a:srgbClr val="CCFFC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6BBA1-4734-49E6-9A6E-EE90784599BC}">
      <dsp:nvSpPr>
        <dsp:cNvPr id="0" name=""/>
        <dsp:cNvSpPr/>
      </dsp:nvSpPr>
      <dsp:spPr>
        <a:xfrm>
          <a:off x="229296" y="4909866"/>
          <a:ext cx="416903" cy="41690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800AE-B748-4903-94A9-73802021DE27}">
      <dsp:nvSpPr>
        <dsp:cNvPr id="0" name=""/>
        <dsp:cNvSpPr/>
      </dsp:nvSpPr>
      <dsp:spPr>
        <a:xfrm>
          <a:off x="875496" y="4741094"/>
          <a:ext cx="5555268" cy="758005"/>
        </a:xfrm>
        <a:prstGeom prst="rect">
          <a:avLst/>
        </a:prstGeom>
        <a:solidFill>
          <a:srgbClr val="CCFFCC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Participants will not leave as software engineers. They will leave as people who understand, from the inside, what AI agents are capable of — and what they require from a human to do it well.</a:t>
          </a:r>
        </a:p>
      </dsp:txBody>
      <dsp:txXfrm>
        <a:off x="875496" y="4741094"/>
        <a:ext cx="5555268" cy="7580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057AE-2A33-44A0-8036-21A1BD3EAFA2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55E4A-98AF-4214-9475-D4695AAA194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400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55E4A-98AF-4214-9475-D4695AAA1945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9752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8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0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21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5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8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80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8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7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6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81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erelgut.github.io/meeting-prep-agent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obot using a laptop sitting on a blue chair">
            <a:extLst>
              <a:ext uri="{FF2B5EF4-FFF2-40B4-BE49-F238E27FC236}">
                <a16:creationId xmlns:a16="http://schemas.microsoft.com/office/drawing/2014/main" id="{CA15A453-0F3E-09A1-0656-5B2DB22AB6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2A776-FA56-2C67-EC79-65026D4A4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81" y="990599"/>
            <a:ext cx="6809126" cy="4849091"/>
          </a:xfrm>
        </p:spPr>
        <p:txBody>
          <a:bodyPr anchor="ctr">
            <a:normAutofit/>
          </a:bodyPr>
          <a:lstStyle/>
          <a:p>
            <a:pPr algn="r"/>
            <a:r>
              <a:rPr lang="en-CA" b="1" dirty="0">
                <a:solidFill>
                  <a:srgbClr val="FFFFFF"/>
                </a:solidFill>
              </a:rPr>
              <a:t>AI Agents in 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6B89E-E706-4A48-310D-52A570F6A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5299" y="1447799"/>
            <a:ext cx="4071343" cy="4076699"/>
          </a:xfrm>
        </p:spPr>
        <p:txBody>
          <a:bodyPr anchor="ctr"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How To Build Real AI Applications — in Two Days</a:t>
            </a:r>
          </a:p>
          <a:p>
            <a:endParaRPr lang="en-CA" sz="2400" b="1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369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02EC6-C05E-CF7C-E954-655C8F55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CA" dirty="0"/>
              <a:t>The Question that Started This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1F121A2-ABAA-C6F2-E327-AC282A72A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014920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818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136F9-0F27-F251-07F0-EDDC5E7C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2" y="914400"/>
            <a:ext cx="3710613" cy="5562597"/>
          </a:xfrm>
        </p:spPr>
        <p:txBody>
          <a:bodyPr anchor="ctr">
            <a:normAutofit/>
          </a:bodyPr>
          <a:lstStyle/>
          <a:p>
            <a:pPr algn="ctr"/>
            <a:r>
              <a:rPr lang="en-CA" sz="3600" dirty="0"/>
              <a:t>What was Built</a:t>
            </a:r>
            <a:br>
              <a:rPr lang="en-CA" dirty="0"/>
            </a:br>
            <a:br>
              <a:rPr lang="en-CA" dirty="0"/>
            </a:br>
            <a:r>
              <a:rPr lang="en-US" sz="2000" i="1" dirty="0"/>
              <a:t>Built in two days. </a:t>
            </a:r>
            <a:br>
              <a:rPr lang="en-US" sz="2000" i="1" dirty="0"/>
            </a:br>
            <a:br>
              <a:rPr lang="en-US" sz="2000" i="1" dirty="0"/>
            </a:br>
            <a:r>
              <a:rPr lang="en-US" sz="2000" i="1" dirty="0"/>
              <a:t>Deployed on the internet. </a:t>
            </a:r>
            <a:br>
              <a:rPr lang="en-US" sz="2000" i="1" dirty="0"/>
            </a:br>
            <a:br>
              <a:rPr lang="en-US" sz="2000" i="1" dirty="0"/>
            </a:br>
            <a:r>
              <a:rPr lang="en-US" sz="2000" i="1" dirty="0"/>
              <a:t>Free to run.</a:t>
            </a:r>
            <a:br>
              <a:rPr lang="en-US" sz="2700" i="1" dirty="0"/>
            </a:br>
            <a:endParaRPr lang="en-CA" sz="2700" i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5C7BC0-256E-EE1C-C836-F3C49634F5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189959"/>
              </p:ext>
            </p:extLst>
          </p:nvPr>
        </p:nvGraphicFramePr>
        <p:xfrm>
          <a:off x="4191000" y="723899"/>
          <a:ext cx="7200900" cy="5753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136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6EC6-EED2-BE86-136E-E434C328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FE421-C12F-D12C-2DA1-B5EE4BD90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Let’s check out </a:t>
            </a:r>
            <a:r>
              <a:rPr lang="en-CA" sz="2800" dirty="0">
                <a:hlinkClick r:id="rId2"/>
              </a:rPr>
              <a:t>Meeting Prep Agent</a:t>
            </a:r>
            <a:endParaRPr lang="en-CA" sz="28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Import a meeting from Google Calendar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Review the research topics identified by the agent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Investigate two or three topics — watch the agent search the web in real time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Generate the briefing document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Download the Word file</a:t>
            </a:r>
          </a:p>
        </p:txBody>
      </p:sp>
    </p:spTree>
    <p:extLst>
      <p:ext uri="{BB962C8B-B14F-4D97-AF65-F5344CB8AC3E}">
        <p14:creationId xmlns:p14="http://schemas.microsoft.com/office/powerpoint/2010/main" val="2474260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F7875E-7D79-3FA3-1FAD-586C6E092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28" y="914400"/>
            <a:ext cx="4235236" cy="5308600"/>
          </a:xfrm>
        </p:spPr>
        <p:txBody>
          <a:bodyPr anchor="ctr">
            <a:normAutofit/>
          </a:bodyPr>
          <a:lstStyle/>
          <a:p>
            <a:pPr algn="ctr"/>
            <a:r>
              <a:rPr lang="en-CA" dirty="0"/>
              <a:t>The Private Context Field</a:t>
            </a:r>
            <a:br>
              <a:rPr lang="en-CA" dirty="0"/>
            </a:br>
            <a:br>
              <a:rPr lang="en-CA" dirty="0"/>
            </a:br>
            <a:r>
              <a:rPr lang="en-CA" sz="2700" i="1" dirty="0"/>
              <a:t>The agent uses this to shape every piece of research it conducts.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CAF2B7-C2EB-6340-ABE7-4113DCF4AB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297113"/>
              </p:ext>
            </p:extLst>
          </p:nvPr>
        </p:nvGraphicFramePr>
        <p:xfrm>
          <a:off x="4761186" y="723900"/>
          <a:ext cx="7047186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341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BF321-9E74-C9A2-9719-101A7C57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630" y="448181"/>
            <a:ext cx="7445661" cy="11469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How an Agent Differs From a Chatbot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3965E-D7F6-7035-AA84-84B8C21014FF}"/>
              </a:ext>
            </a:extLst>
          </p:cNvPr>
          <p:cNvSpPr txBox="1"/>
          <p:nvPr/>
        </p:nvSpPr>
        <p:spPr>
          <a:xfrm>
            <a:off x="374762" y="661357"/>
            <a:ext cx="2454282" cy="5760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800" i="1" dirty="0"/>
              <a:t>An agent doesn't answer your question. It does your work.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600FFC-92AF-4AD3-9595-B0E23476B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195590" y="661358"/>
            <a:ext cx="0" cy="57607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7602E6-6CE5-84C8-7C20-2FE0E8568B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8287981"/>
              </p:ext>
            </p:extLst>
          </p:nvPr>
        </p:nvGraphicFramePr>
        <p:xfrm>
          <a:off x="3734996" y="2384872"/>
          <a:ext cx="7339809" cy="3296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488">
                  <a:extLst>
                    <a:ext uri="{9D8B030D-6E8A-4147-A177-3AD203B41FA5}">
                      <a16:colId xmlns:a16="http://schemas.microsoft.com/office/drawing/2014/main" val="3322999625"/>
                    </a:ext>
                  </a:extLst>
                </a:gridCol>
                <a:gridCol w="2795176">
                  <a:extLst>
                    <a:ext uri="{9D8B030D-6E8A-4147-A177-3AD203B41FA5}">
                      <a16:colId xmlns:a16="http://schemas.microsoft.com/office/drawing/2014/main" val="2145355919"/>
                    </a:ext>
                  </a:extLst>
                </a:gridCol>
                <a:gridCol w="3007145">
                  <a:extLst>
                    <a:ext uri="{9D8B030D-6E8A-4147-A177-3AD203B41FA5}">
                      <a16:colId xmlns:a16="http://schemas.microsoft.com/office/drawing/2014/main" val="680957601"/>
                    </a:ext>
                  </a:extLst>
                </a:gridCol>
              </a:tblGrid>
              <a:tr h="447681">
                <a:tc>
                  <a:txBody>
                    <a:bodyPr/>
                    <a:lstStyle/>
                    <a:p>
                      <a:endParaRPr lang="en-CA" sz="2000" b="1"/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Chatbot / AI Assistant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AI Agent</a:t>
                      </a:r>
                    </a:p>
                  </a:txBody>
                  <a:tcPr marL="101746" marR="101746" marT="50873" marB="50873"/>
                </a:tc>
                <a:extLst>
                  <a:ext uri="{0D108BD9-81ED-4DB2-BD59-A6C34878D82A}">
                    <a16:rowId xmlns:a16="http://schemas.microsoft.com/office/drawing/2014/main" val="3968532623"/>
                  </a:ext>
                </a:extLst>
              </a:tr>
              <a:tr h="447681">
                <a:tc>
                  <a:txBody>
                    <a:bodyPr/>
                    <a:lstStyle/>
                    <a:p>
                      <a:r>
                        <a:rPr lang="en-CA" sz="2000" b="1"/>
                        <a:t>You give it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A question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A goal</a:t>
                      </a:r>
                    </a:p>
                  </a:txBody>
                  <a:tcPr marL="101746" marR="101746" marT="50873" marB="50873"/>
                </a:tc>
                <a:extLst>
                  <a:ext uri="{0D108BD9-81ED-4DB2-BD59-A6C34878D82A}">
                    <a16:rowId xmlns:a16="http://schemas.microsoft.com/office/drawing/2014/main" val="3091925061"/>
                  </a:ext>
                </a:extLst>
              </a:tr>
              <a:tr h="752917">
                <a:tc>
                  <a:txBody>
                    <a:bodyPr/>
                    <a:lstStyle/>
                    <a:p>
                      <a:r>
                        <a:rPr lang="en-CA" sz="2000" b="1"/>
                        <a:t>It does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Answers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Plans, searches, decided, produces</a:t>
                      </a:r>
                    </a:p>
                  </a:txBody>
                  <a:tcPr marL="101746" marR="101746" marT="50873" marB="50873"/>
                </a:tc>
                <a:extLst>
                  <a:ext uri="{0D108BD9-81ED-4DB2-BD59-A6C34878D82A}">
                    <a16:rowId xmlns:a16="http://schemas.microsoft.com/office/drawing/2014/main" val="747155437"/>
                  </a:ext>
                </a:extLst>
              </a:tr>
              <a:tr h="752917">
                <a:tc>
                  <a:txBody>
                    <a:bodyPr/>
                    <a:lstStyle/>
                    <a:p>
                      <a:r>
                        <a:rPr lang="en-CA" sz="2000" b="1"/>
                        <a:t>Output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Text on a screen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A document, an action, a decision, etc.</a:t>
                      </a:r>
                    </a:p>
                  </a:txBody>
                  <a:tcPr marL="101746" marR="101746" marT="50873" marB="50873"/>
                </a:tc>
                <a:extLst>
                  <a:ext uri="{0D108BD9-81ED-4DB2-BD59-A6C34878D82A}">
                    <a16:rowId xmlns:a16="http://schemas.microsoft.com/office/drawing/2014/main" val="2388742933"/>
                  </a:ext>
                </a:extLst>
              </a:tr>
              <a:tr h="447681">
                <a:tc>
                  <a:txBody>
                    <a:bodyPr/>
                    <a:lstStyle/>
                    <a:p>
                      <a:r>
                        <a:rPr lang="en-CA" sz="2000" b="1"/>
                        <a:t>Your role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Prompter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Reviewer and Approver</a:t>
                      </a:r>
                    </a:p>
                  </a:txBody>
                  <a:tcPr marL="101746" marR="101746" marT="50873" marB="50873"/>
                </a:tc>
                <a:extLst>
                  <a:ext uri="{0D108BD9-81ED-4DB2-BD59-A6C34878D82A}">
                    <a16:rowId xmlns:a16="http://schemas.microsoft.com/office/drawing/2014/main" val="2847531348"/>
                  </a:ext>
                </a:extLst>
              </a:tr>
              <a:tr h="447681">
                <a:tc>
                  <a:txBody>
                    <a:bodyPr/>
                    <a:lstStyle/>
                    <a:p>
                      <a:r>
                        <a:rPr lang="en-CA" sz="2000" b="1" dirty="0"/>
                        <a:t>Analogy</a:t>
                      </a:r>
                    </a:p>
                  </a:txBody>
                  <a:tcPr marL="101746" marR="101746" marT="50873" marB="50873"/>
                </a:tc>
                <a:tc>
                  <a:txBody>
                    <a:bodyPr/>
                    <a:lstStyle/>
                    <a:p>
                      <a:r>
                        <a:rPr lang="en-CA" sz="2000"/>
                        <a:t>A very fast librarian</a:t>
                      </a:r>
                    </a:p>
                  </a:txBody>
                  <a:tcPr marL="101746" marR="101746" marT="50873" marB="50873" anchor="ctr"/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A capable junior analyst</a:t>
                      </a:r>
                    </a:p>
                  </a:txBody>
                  <a:tcPr marL="101746" marR="101746" marT="50873" marB="50873" anchor="ctr"/>
                </a:tc>
                <a:extLst>
                  <a:ext uri="{0D108BD9-81ED-4DB2-BD59-A6C34878D82A}">
                    <a16:rowId xmlns:a16="http://schemas.microsoft.com/office/drawing/2014/main" val="2240009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87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3EEAD-AEFA-E5C2-584D-1B2CF9E5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5219698"/>
          </a:xfrm>
        </p:spPr>
        <p:txBody>
          <a:bodyPr anchor="ctr">
            <a:normAutofit/>
          </a:bodyPr>
          <a:lstStyle/>
          <a:p>
            <a:pPr algn="ctr"/>
            <a:r>
              <a:rPr lang="en-CA" dirty="0"/>
              <a:t>The Human in the Loop</a:t>
            </a:r>
            <a:br>
              <a:rPr lang="en-CA" dirty="0"/>
            </a:br>
            <a:br>
              <a:rPr lang="en-CA" dirty="0"/>
            </a:br>
            <a:r>
              <a:rPr lang="en-CA" sz="2800" i="1" cap="none" dirty="0">
                <a:latin typeface="Univers Condensed Light" panose="020F0502020204030204" pitchFamily="34" charset="0"/>
              </a:rPr>
              <a:t>This is not a limitation; it’s a design principle.</a:t>
            </a:r>
            <a:endParaRPr lang="en-CA" i="1" cap="none" dirty="0">
              <a:latin typeface="Univers Condensed Light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126423-4E96-656C-AE36-E48F29CC85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5411067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7812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50D9F-1142-0ABD-45B8-E12BDFE8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5219698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CA" dirty="0"/>
              <a:t>The Moment that Surprised Everyone</a:t>
            </a:r>
            <a:br>
              <a:rPr lang="en-CA" dirty="0"/>
            </a:br>
            <a:br>
              <a:rPr lang="en-CA" dirty="0"/>
            </a:br>
            <a:r>
              <a:rPr lang="en-US" sz="3100" i="1" dirty="0"/>
              <a:t>Common sense is not automatic. </a:t>
            </a:r>
            <a:br>
              <a:rPr lang="en-US" sz="3100" i="1" dirty="0"/>
            </a:br>
            <a:br>
              <a:rPr lang="en-US" sz="3100" i="1" dirty="0"/>
            </a:br>
            <a:r>
              <a:rPr lang="en-US" sz="3100" i="1" dirty="0"/>
              <a:t>Once stated, it is perfectly followed.</a:t>
            </a:r>
            <a:endParaRPr lang="en-CA" sz="31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D8442-1F19-9D3F-209B-5AE173D65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020013"/>
              </p:ext>
            </p:extLst>
          </p:nvPr>
        </p:nvGraphicFramePr>
        <p:xfrm>
          <a:off x="5219952" y="723900"/>
          <a:ext cx="6651482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3175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D9A24-B87D-C2E8-659D-4845B3FE7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0"/>
            <a:ext cx="2521714" cy="5514583"/>
          </a:xfrm>
        </p:spPr>
        <p:txBody>
          <a:bodyPr anchor="ctr">
            <a:normAutofit/>
          </a:bodyPr>
          <a:lstStyle/>
          <a:p>
            <a:r>
              <a:rPr lang="en-CA" sz="2700" dirty="0"/>
              <a:t>What this Architecture Makes Possible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47913E-A174-883A-F18F-176352250F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161569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6449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AFC73-9ABE-C1AF-25A1-B89A96DF0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308537"/>
            <a:ext cx="5239272" cy="1621147"/>
          </a:xfrm>
        </p:spPr>
        <p:txBody>
          <a:bodyPr>
            <a:normAutofit/>
          </a:bodyPr>
          <a:lstStyle/>
          <a:p>
            <a:r>
              <a:rPr lang="en-CA" dirty="0"/>
              <a:t>The Cost of not Building</a:t>
            </a:r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Share With Person">
            <a:extLst>
              <a:ext uri="{FF2B5EF4-FFF2-40B4-BE49-F238E27FC236}">
                <a16:creationId xmlns:a16="http://schemas.microsoft.com/office/drawing/2014/main" id="{A5449B5E-C7AB-709E-274A-DFFFC9384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4522" y="3121706"/>
            <a:ext cx="2316900" cy="23169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6C55A-BF8B-C11D-D72F-54AA0E8A7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841" y="914399"/>
            <a:ext cx="6566023" cy="5248657"/>
          </a:xfrm>
        </p:spPr>
        <p:txBody>
          <a:bodyPr>
            <a:normAutofit/>
          </a:bodyPr>
          <a:lstStyle/>
          <a:p>
            <a:r>
              <a:rPr lang="en-US" b="1" dirty="0"/>
              <a:t>What happens if your competitors' employees learn this and yours don’t?</a:t>
            </a:r>
            <a:endParaRPr lang="en-US" dirty="0"/>
          </a:p>
          <a:p>
            <a:r>
              <a:rPr lang="en-US" dirty="0"/>
              <a:t>The tools exist today. The barrier is </a:t>
            </a:r>
            <a:r>
              <a:rPr lang="en-US" b="1" dirty="0"/>
              <a:t>not </a:t>
            </a:r>
            <a:r>
              <a:rPr lang="en-US" dirty="0"/>
              <a:t>technology - it is knowledge and confidence.</a:t>
            </a:r>
          </a:p>
          <a:p>
            <a:r>
              <a:rPr lang="en-US" dirty="0"/>
              <a:t>Three things are true simultaneously: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Building a working AI agent now requires </a:t>
            </a:r>
            <a:r>
              <a:rPr lang="en-US" sz="2000" b="1" dirty="0"/>
              <a:t>**no prior programming experience**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Most of your employees </a:t>
            </a:r>
            <a:r>
              <a:rPr lang="en-US" sz="2000" b="1" dirty="0"/>
              <a:t>**do not know this**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Some of your competitors' employees </a:t>
            </a:r>
            <a:r>
              <a:rPr lang="en-US" sz="2000" b="1" dirty="0"/>
              <a:t>**are finding out**</a:t>
            </a:r>
            <a:endParaRPr lang="en-US" sz="2000" dirty="0"/>
          </a:p>
          <a:p>
            <a:r>
              <a:rPr lang="en-US" b="1" i="1" dirty="0"/>
              <a:t>The question is not whether AI agents will change how work gets done. It already is. The question is, who in your organization will be able to shape how?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97002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B5E8F-69E0-5244-A622-C75A0CD9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444753"/>
            <a:ext cx="2953512" cy="1621147"/>
          </a:xfrm>
        </p:spPr>
        <p:txBody>
          <a:bodyPr>
            <a:normAutofit/>
          </a:bodyPr>
          <a:lstStyle/>
          <a:p>
            <a:r>
              <a:rPr lang="en-CA" dirty="0"/>
              <a:t>A Two-Day </a:t>
            </a:r>
            <a:r>
              <a:rPr lang="en-CA" dirty="0" err="1"/>
              <a:t>WOrkshop</a:t>
            </a:r>
            <a:endParaRPr lang="en-CA" dirty="0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90FC9DC3-D257-57CD-1E9C-C5924A6CF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011" y="3202434"/>
            <a:ext cx="2044624" cy="24915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D74E7-226F-4E2E-74A1-D9401ECF2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9" y="914400"/>
            <a:ext cx="8087711" cy="5218386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/>
              <a:t>From "I have an idea" to "I have a working AI agent"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en-US" sz="2400" b="1" dirty="0"/>
              <a:t>Day 1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2400" dirty="0"/>
              <a:t>Morning: Architecture, accounts, and first deployment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Afternoon: Building the application - the interface, the security layer, the AI connection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End of day: A working application, live on the internet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Day 2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Morning: Google Calendar integration; connecting to real data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Afternoon: Quality, polish, and a live showcase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End of day: A complete AI agent, demonstrated to the group</a:t>
            </a:r>
          </a:p>
          <a:p>
            <a:pPr>
              <a:lnSpc>
                <a:spcPct val="100000"/>
              </a:lnSpc>
            </a:pPr>
            <a:r>
              <a:rPr lang="en-US" sz="2400" b="1" i="1" dirty="0"/>
              <a:t>No prior experience required. All services used have free tiers.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13560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E9E6F-E534-B7F4-98A3-27D48E21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03" y="609600"/>
            <a:ext cx="2831298" cy="5514583"/>
          </a:xfrm>
        </p:spPr>
        <p:txBody>
          <a:bodyPr anchor="ctr">
            <a:normAutofit/>
          </a:bodyPr>
          <a:lstStyle/>
          <a:p>
            <a:pPr algn="ctr"/>
            <a:r>
              <a:rPr lang="en-CA" sz="3200" dirty="0"/>
              <a:t>Workshop Attendees</a:t>
            </a:r>
            <a:br>
              <a:rPr lang="en-CA" sz="3200" dirty="0"/>
            </a:br>
            <a:br>
              <a:rPr lang="en-CA" sz="3200" dirty="0"/>
            </a:br>
            <a:r>
              <a:rPr lang="en-US" sz="2000" b="1" i="1" dirty="0"/>
              <a:t>Optimal group size:</a:t>
            </a:r>
            <a:r>
              <a:rPr lang="en-US" sz="2000" i="1" dirty="0"/>
              <a:t> 10–16 participants</a:t>
            </a:r>
            <a:endParaRPr lang="en-CA" sz="2400" i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E78E45-9699-0A98-B1DA-E7FF5CB76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56403"/>
              </p:ext>
            </p:extLst>
          </p:nvPr>
        </p:nvGraphicFramePr>
        <p:xfrm>
          <a:off x="3987800" y="723900"/>
          <a:ext cx="7442201" cy="5755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45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E0B9F-B55D-4C35-48A0-F5C25073E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18" y="609600"/>
            <a:ext cx="3005084" cy="5564371"/>
          </a:xfrm>
        </p:spPr>
        <p:txBody>
          <a:bodyPr anchor="ctr">
            <a:normAutofit/>
          </a:bodyPr>
          <a:lstStyle/>
          <a:p>
            <a:r>
              <a:rPr lang="en-CA" sz="2800" dirty="0"/>
              <a:t>Participants will leave with</a:t>
            </a:r>
            <a:br>
              <a:rPr lang="en-CA" sz="2700" dirty="0"/>
            </a:br>
            <a:br>
              <a:rPr lang="en-CA" sz="2700" dirty="0"/>
            </a:br>
            <a:r>
              <a:rPr lang="en-US" sz="1800" i="1" dirty="0"/>
              <a:t>The distance between </a:t>
            </a:r>
            <a:br>
              <a:rPr lang="en-US" sz="1800" dirty="0"/>
            </a:br>
            <a:r>
              <a:rPr lang="en-US" sz="1800" dirty="0"/>
              <a:t>“I have an idea”</a:t>
            </a:r>
            <a:r>
              <a:rPr lang="en-US" sz="1800" i="1" dirty="0"/>
              <a:t> and</a:t>
            </a:r>
            <a:r>
              <a:rPr lang="en-US" sz="1800" dirty="0"/>
              <a:t>        “I have a working AI agent</a:t>
            </a:r>
            <a:r>
              <a:rPr lang="en-US" sz="1800" i="1" dirty="0"/>
              <a:t>” is, in 2026, measured not in months or credentials - but in focused hours.</a:t>
            </a:r>
            <a:endParaRPr lang="en-CA" sz="27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552F9F-FBB0-0A8D-4629-F85EDA98D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240975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2577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55F47-A18A-6D74-8383-31FD31F2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14400"/>
            <a:ext cx="4041333" cy="5308599"/>
          </a:xfrm>
        </p:spPr>
        <p:txBody>
          <a:bodyPr anchor="ctr">
            <a:normAutofit/>
          </a:bodyPr>
          <a:lstStyle/>
          <a:p>
            <a:r>
              <a:rPr lang="en-CA" sz="3600" dirty="0"/>
              <a:t>What Participants Must Contribute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2A1C48-B434-C182-0AC9-84D2B6E91B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686169"/>
              </p:ext>
            </p:extLst>
          </p:nvPr>
        </p:nvGraphicFramePr>
        <p:xfrm>
          <a:off x="5219951" y="723900"/>
          <a:ext cx="6430765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0069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850C6-FC0C-70D5-E0A5-7BD6E09A0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672314"/>
            <a:ext cx="3685250" cy="1621147"/>
          </a:xfrm>
        </p:spPr>
        <p:txBody>
          <a:bodyPr>
            <a:normAutofit/>
          </a:bodyPr>
          <a:lstStyle/>
          <a:p>
            <a:r>
              <a:rPr lang="en-CA" dirty="0"/>
              <a:t>The One Thing to Remember</a:t>
            </a:r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4730BCDC-3DEC-86F3-3F53-7BC1043C7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436" y="3544992"/>
            <a:ext cx="2363071" cy="23630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30130-BFC9-2FD5-9179-7EF1C1416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The agent proposes. You decide.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AI agents are extraordinarily capable at research, synthesis, and structured production.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They are not capable of judgment, context, or accountability.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Those remain yours.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dirty="0"/>
              <a:t>The workshop is built on this principle. Every design decision in the application reflects it. Every participant leaves with it as an instinct, not just a phrase.</a:t>
            </a: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 b="1" i="1" dirty="0"/>
              <a:t>The most valuable thing your employees will learn in two days is not how to build an agent. It is when to trust one — and when not to.</a:t>
            </a:r>
            <a:endParaRPr lang="en-US" i="1"/>
          </a:p>
          <a:p>
            <a:pPr>
              <a:lnSpc>
                <a:spcPct val="100000"/>
              </a:lnSpc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4664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D6098-8C7E-623E-10F0-9CB87BD6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292771"/>
            <a:ext cx="3591558" cy="1621147"/>
          </a:xfrm>
        </p:spPr>
        <p:txBody>
          <a:bodyPr>
            <a:normAutofit/>
          </a:bodyPr>
          <a:lstStyle/>
          <a:p>
            <a:pPr algn="ctr"/>
            <a:r>
              <a:rPr lang="en-CA" dirty="0"/>
              <a:t>Q&amp;A</a:t>
            </a:r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F2C291E7-A4FE-F209-2D99-3C151A7BB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0601" y="3050452"/>
            <a:ext cx="2144741" cy="21447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48F2C-04C3-C709-1FEA-8F6E49F52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3172" y="914399"/>
            <a:ext cx="7204842" cy="5248657"/>
          </a:xfrm>
        </p:spPr>
        <p:txBody>
          <a:bodyPr>
            <a:normAutofit/>
          </a:bodyPr>
          <a:lstStyle/>
          <a:p>
            <a:r>
              <a:rPr lang="en-CA" sz="2400" dirty="0"/>
              <a:t>Questions?</a:t>
            </a:r>
          </a:p>
          <a:p>
            <a:endParaRPr lang="en-CA" sz="2400" dirty="0"/>
          </a:p>
          <a:p>
            <a:r>
              <a:rPr lang="en-US" sz="2400" b="1" dirty="0"/>
              <a:t>Common questions audiences ask:</a:t>
            </a:r>
            <a:endParaRPr lang="en-US" sz="2400" dirty="0"/>
          </a:p>
          <a:p>
            <a:pPr lvl="1"/>
            <a:r>
              <a:rPr lang="en-US" sz="2000" i="1" dirty="0"/>
              <a:t>How do we ensure the AI doesn't hallucinate?</a:t>
            </a:r>
            <a:r>
              <a:rPr lang="en-US" sz="2000" dirty="0"/>
              <a:t>  The human-in-the-loop design</a:t>
            </a:r>
          </a:p>
          <a:p>
            <a:pPr lvl="1"/>
            <a:r>
              <a:rPr lang="en-US" sz="2000" i="1" dirty="0"/>
              <a:t>What about data security?</a:t>
            </a:r>
            <a:r>
              <a:rPr lang="en-US" sz="2000" dirty="0"/>
              <a:t>  No data leaves the participant's browser; the API key is never in client-side code</a:t>
            </a:r>
          </a:p>
          <a:p>
            <a:pPr lvl="1"/>
            <a:r>
              <a:rPr lang="en-US" sz="2000" i="1" dirty="0"/>
              <a:t>Can this connect to our internal systems?</a:t>
            </a:r>
            <a:r>
              <a:rPr lang="en-US" sz="2000" dirty="0"/>
              <a:t>  Yes, with additional authentication setup</a:t>
            </a:r>
          </a:p>
          <a:p>
            <a:pPr lvl="1"/>
            <a:r>
              <a:rPr lang="en-US" sz="2000" i="1" dirty="0"/>
              <a:t>What's the ongoing cost? </a:t>
            </a:r>
            <a:r>
              <a:rPr lang="en-US" sz="2000" dirty="0"/>
              <a:t> Minimal - the free tier covers personal use; paid tiers start at ~$5/month for heavier use</a:t>
            </a:r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11348926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297584-7109-42B2-BE35-85A33F565A85}">
  <we:reference id="wa200010001" version="1.0.0.0" store="en-US" storeType="OMEX"/>
  <we:alternateReferences>
    <we:reference id="wa200010001" version="1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AI-Agents-Workshop</Template>
  <TotalTime>203</TotalTime>
  <Words>1322</Words>
  <Application>Microsoft Office PowerPoint</Application>
  <PresentationFormat>Widescreen</PresentationFormat>
  <Paragraphs>124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Calisto MT</vt:lpstr>
      <vt:lpstr>Univers Condensed</vt:lpstr>
      <vt:lpstr>Univers Condensed Light</vt:lpstr>
      <vt:lpstr>ChronicleVTI</vt:lpstr>
      <vt:lpstr>AI Agents in Action</vt:lpstr>
      <vt:lpstr>The Question that Started This</vt:lpstr>
      <vt:lpstr>What was Built  Built in two days.   Deployed on the internet.   Free to run. </vt:lpstr>
      <vt:lpstr>Live Demo</vt:lpstr>
      <vt:lpstr>The Private Context Field  The agent uses this to shape every piece of research it conducts.</vt:lpstr>
      <vt:lpstr>How an Agent Differs From a Chatbot</vt:lpstr>
      <vt:lpstr>The Human in the Loop  This is not a limitation; it’s a design principle.</vt:lpstr>
      <vt:lpstr>The Moment that Surprised Everyone  Common sense is not automatic.   Once stated, it is perfectly followed.</vt:lpstr>
      <vt:lpstr>What this Architecture Makes Possible</vt:lpstr>
      <vt:lpstr>The Cost of not Building</vt:lpstr>
      <vt:lpstr>A Two-Day WOrkshop</vt:lpstr>
      <vt:lpstr>Workshop Attendees  Optimal group size: 10–16 participants</vt:lpstr>
      <vt:lpstr>Participants will leave with  The distance between  “I have an idea” and        “I have a working AI agent” is, in 2026, measured not in months or credentials - but in focused hours.</vt:lpstr>
      <vt:lpstr>What Participants Must Contribute</vt:lpstr>
      <vt:lpstr>The One Thing to Remember</vt:lpstr>
      <vt:lpstr>Q&amp;A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On-screen Show (4:3)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Slide Title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Perelgut</dc:creator>
  <cp:keywords/>
  <cp:lastModifiedBy>Stephen Perelgut</cp:lastModifiedBy>
  <cp:revision>3</cp:revision>
  <dcterms:created xsi:type="dcterms:W3CDTF">2026-03-17T14:27:37Z</dcterms:created>
  <dcterms:modified xsi:type="dcterms:W3CDTF">2026-03-18T01:13:50Z</dcterms:modified>
</cp:coreProperties>
</file>